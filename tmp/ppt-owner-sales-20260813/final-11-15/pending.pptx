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95e81be0d34234" /><Relationship Type="http://schemas.openxmlformats.org/officeDocument/2006/relationships/extended-properties" Target="/docProps/app.xml" Id="R5bd592de75d04c46" /><Relationship Type="http://schemas.openxmlformats.org/officeDocument/2006/relationships/officeDocument" Target="/ppt/presentation.xml" Id="R3e0546470fec4e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7407be5e054bf5"/>
  </p:sldMasterIdLst>
  <p:notesMasterIdLst>
    <p:notesMasterId xmlns:r="http://schemas.openxmlformats.org/officeDocument/2006/relationships" r:id="R6dfa28a192e44676"/>
  </p:notesMasterIdLst>
  <p:sldIdLst>
    <p:sldId xmlns:r="http://schemas.openxmlformats.org/officeDocument/2006/relationships" id="256" r:id="R9a7d27546a0a4522"/>
    <p:sldId xmlns:r="http://schemas.openxmlformats.org/officeDocument/2006/relationships" id="257" r:id="Rfcdb436e0a7f4c61"/>
    <p:sldId xmlns:r="http://schemas.openxmlformats.org/officeDocument/2006/relationships" id="258" r:id="R729b87b3f7104092"/>
    <p:sldId xmlns:r="http://schemas.openxmlformats.org/officeDocument/2006/relationships" id="259" r:id="Ra046c65fae6f42ba"/>
    <p:sldId xmlns:r="http://schemas.openxmlformats.org/officeDocument/2006/relationships" id="260" r:id="R0fa8a0c50ab6456f"/>
    <p:sldId xmlns:r="http://schemas.openxmlformats.org/officeDocument/2006/relationships" id="261" r:id="R3a1cf04b6fe14789"/>
    <p:sldId xmlns:r="http://schemas.openxmlformats.org/officeDocument/2006/relationships" id="262" r:id="R804e6c9f1707425b"/>
    <p:sldId xmlns:r="http://schemas.openxmlformats.org/officeDocument/2006/relationships" id="263" r:id="Rf902db00bdc54660"/>
    <p:sldId xmlns:r="http://schemas.openxmlformats.org/officeDocument/2006/relationships" id="264" r:id="R8d66e0ce1af04fa8"/>
    <p:sldId xmlns:r="http://schemas.openxmlformats.org/officeDocument/2006/relationships" id="265" r:id="R1fd00a73e8224823"/>
    <p:sldId xmlns:r="http://schemas.openxmlformats.org/officeDocument/2006/relationships" id="266" r:id="R1991ad10ac794a47"/>
    <p:sldId xmlns:r="http://schemas.openxmlformats.org/officeDocument/2006/relationships" id="267" r:id="R7f96804221ad4525"/>
    <p:sldId xmlns:r="http://schemas.openxmlformats.org/officeDocument/2006/relationships" id="268" r:id="Rde22228f4b234cb8"/>
    <p:sldId xmlns:r="http://schemas.openxmlformats.org/officeDocument/2006/relationships" id="269" r:id="Rdeb791fd79364bbf"/>
    <p:sldId xmlns:r="http://schemas.openxmlformats.org/officeDocument/2006/relationships" id="270" r:id="R7e711a46194349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72eb05da324fed" /><Relationship Type="http://schemas.openxmlformats.org/officeDocument/2006/relationships/slideMaster" Target="/ppt/slideMasters/slideMaster1.xml" Id="R5c7407be5e054bf5" /><Relationship Type="http://schemas.openxmlformats.org/officeDocument/2006/relationships/notesMaster" Target="/ppt/notesMasters/notesMaster1.xml" Id="R6dfa28a192e44676" /><Relationship Type="http://schemas.openxmlformats.org/officeDocument/2006/relationships/presProps" Target="/ppt/presProps.xml" Id="Rf6b1632779184c1f" /><Relationship Type="http://schemas.openxmlformats.org/officeDocument/2006/relationships/tableStyles" Target="/ppt/tableStyles.xml" Id="R9d99ac439a0f4774" /><Relationship Type="http://schemas.openxmlformats.org/officeDocument/2006/relationships/slide" Target="/ppt/slides/slide1.xml" Id="R9a7d27546a0a4522" /><Relationship Type="http://schemas.openxmlformats.org/officeDocument/2006/relationships/slide" Target="/ppt/slides/slide2.xml" Id="Rfcdb436e0a7f4c61" /><Relationship Type="http://schemas.openxmlformats.org/officeDocument/2006/relationships/slide" Target="/ppt/slides/slide3.xml" Id="R729b87b3f7104092" /><Relationship Type="http://schemas.openxmlformats.org/officeDocument/2006/relationships/slide" Target="/ppt/slides/slide4.xml" Id="Ra046c65fae6f42ba" /><Relationship Type="http://schemas.openxmlformats.org/officeDocument/2006/relationships/slide" Target="/ppt/slides/slide5.xml" Id="R0fa8a0c50ab6456f" /><Relationship Type="http://schemas.openxmlformats.org/officeDocument/2006/relationships/slide" Target="/ppt/slides/slide6.xml" Id="R3a1cf04b6fe14789" /><Relationship Type="http://schemas.openxmlformats.org/officeDocument/2006/relationships/slide" Target="/ppt/slides/slide7.xml" Id="R804e6c9f1707425b" /><Relationship Type="http://schemas.openxmlformats.org/officeDocument/2006/relationships/slide" Target="/ppt/slides/slide8.xml" Id="Rf902db00bdc54660" /><Relationship Type="http://schemas.openxmlformats.org/officeDocument/2006/relationships/slide" Target="/ppt/slides/slide9.xml" Id="R8d66e0ce1af04fa8" /><Relationship Type="http://schemas.openxmlformats.org/officeDocument/2006/relationships/slide" Target="/ppt/slides/slide10.xml" Id="R1fd00a73e8224823" /><Relationship Type="http://schemas.openxmlformats.org/officeDocument/2006/relationships/slide" Target="/ppt/slides/slide11.xml" Id="R1991ad10ac794a47" /><Relationship Type="http://schemas.openxmlformats.org/officeDocument/2006/relationships/slide" Target="/ppt/slides/slide12.xml" Id="R7f96804221ad4525" /><Relationship Type="http://schemas.openxmlformats.org/officeDocument/2006/relationships/slide" Target="/ppt/slides/slide13.xml" Id="Rde22228f4b234cb8" /><Relationship Type="http://schemas.openxmlformats.org/officeDocument/2006/relationships/slide" Target="/ppt/slides/slide14.xml" Id="Rdeb791fd79364bbf" /><Relationship Type="http://schemas.openxmlformats.org/officeDocument/2006/relationships/slide" Target="/ppt/slides/slide15.xml" Id="R7e711a46194349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7ac770a7e649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15caa068a242ba" /><Relationship Type="http://schemas.openxmlformats.org/officeDocument/2006/relationships/notesMaster" Target="/ppt/notesMasters/notesMaster1.xml" Id="R5f9e96ee1cc844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b4a5a67e3d4350" /><Relationship Type="http://schemas.openxmlformats.org/officeDocument/2006/relationships/notesMaster" Target="/ppt/notesMasters/notesMaster1.xml" Id="R65e89e55d30d4a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2f1ea690b54bcd" /><Relationship Type="http://schemas.openxmlformats.org/officeDocument/2006/relationships/notesMaster" Target="/ppt/notesMasters/notesMaster1.xml" Id="Rf2e4aaf72b0b430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1533d2fbf04412" /><Relationship Type="http://schemas.openxmlformats.org/officeDocument/2006/relationships/notesMaster" Target="/ppt/notesMasters/notesMaster1.xml" Id="Ra9cb3b74d5214d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a27b21750f42ad" /><Relationship Type="http://schemas.openxmlformats.org/officeDocument/2006/relationships/notesMaster" Target="/ppt/notesMasters/notesMaster1.xml" Id="R361d42c6e49040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0e7ef9ebe140f6" /><Relationship Type="http://schemas.openxmlformats.org/officeDocument/2006/relationships/notesMaster" Target="/ppt/notesMasters/notesMaster1.xml" Id="Rf86ee6bf1aba40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f0a23f492d4322" /><Relationship Type="http://schemas.openxmlformats.org/officeDocument/2006/relationships/notesMaster" Target="/ppt/notesMasters/notesMaster1.xml" Id="Rfd9b6cac77b54e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cb830c6790462b" /><Relationship Type="http://schemas.openxmlformats.org/officeDocument/2006/relationships/notesMaster" Target="/ppt/notesMasters/notesMaster1.xml" Id="Rb6fc6e549c2b49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9e6941db3d4ca6" /><Relationship Type="http://schemas.openxmlformats.org/officeDocument/2006/relationships/notesMaster" Target="/ppt/notesMasters/notesMaster1.xml" Id="R3f1f0049e5f44c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3134873c124a9f" /><Relationship Type="http://schemas.openxmlformats.org/officeDocument/2006/relationships/notesMaster" Target="/ppt/notesMasters/notesMaster1.xml" Id="R36975ef3c8f9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0ad583cf8b4a29" /><Relationship Type="http://schemas.openxmlformats.org/officeDocument/2006/relationships/notesMaster" Target="/ppt/notesMasters/notesMaster1.xml" Id="Rcacf5781585b4b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dc799067004ae1" /><Relationship Type="http://schemas.openxmlformats.org/officeDocument/2006/relationships/notesMaster" Target="/ppt/notesMasters/notesMaster1.xml" Id="R66bbd8be88c4460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78a03a81c8452e" /><Relationship Type="http://schemas.openxmlformats.org/officeDocument/2006/relationships/notesMaster" Target="/ppt/notesMasters/notesMaster1.xml" Id="R5336a4a3ac1741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dce3b3f2334825" /><Relationship Type="http://schemas.openxmlformats.org/officeDocument/2006/relationships/notesMaster" Target="/ppt/notesMasters/notesMaster1.xml" Id="Rd2771269aa2644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3f17e9db3ae45de" /><Relationship Type="http://schemas.openxmlformats.org/officeDocument/2006/relationships/notesMaster" Target="/ppt/notesMasters/notesMaster1.xml" Id="R987eb4c4676b43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of truth: docs/admin-system-modules.zh-CN.md; docs/miniprogram-system-modules.zh-CN.md (accessed 2026-08-13)</a:t>
            </a:r>
          </a:p>
          <a:p xmlns:a="http://schemas.openxmlformats.org/drawingml/2006/main">
            <a:r>
              <a:t>- Generated visual A: design-references/presentation-owner-sales-2026-08/sub2api-20260813-011942-1.png; Sub2API gpt-image-2; generated 2026-08-13</a:t>
            </a:r>
          </a:p>
          <a:p xmlns:a="http://schemas.openxmlformats.org/drawingml/2006/main">
            <a:r>
              <a:t>- Generated visual B: design-references/presentation-owner-sales-2026-08/sub2api-20260813-012116-1.png; Sub2API gpt-image-2; generated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f9964898546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6b4550340e14454" /><Relationship Type="http://schemas.openxmlformats.org/officeDocument/2006/relationships/slideLayout" Target="/ppt/slideLayouts/slideLayout1.xml" Id="Rd43d9e491fcc41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3d9e491fcc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94cc5ec804373" /><Relationship Type="http://schemas.openxmlformats.org/officeDocument/2006/relationships/image" Target="/ppt/media/image.png" Id="Rc8f7cc44ddc24594" /><Relationship Type="http://schemas.openxmlformats.org/officeDocument/2006/relationships/image" Target="/ppt/media/image2.png" Id="Rf123f14e11dd4ed4" /><Relationship Type="http://schemas.openxmlformats.org/officeDocument/2006/relationships/notesSlide" Target="/ppt/notesSlides/notesSlide1.xml" Id="R73cb2da30fa044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85852c9724576" /><Relationship Type="http://schemas.openxmlformats.org/officeDocument/2006/relationships/notesSlide" Target="/ppt/notesSlides/notesSlide2.xml" Id="Rbfaf8bae9a3147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028f28d2f4ac3" /><Relationship Type="http://schemas.openxmlformats.org/officeDocument/2006/relationships/notesSlide" Target="/ppt/notesSlides/notesSlide3.xml" Id="R129dcb5d1f3a41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22d18b0224d7d" /><Relationship Type="http://schemas.openxmlformats.org/officeDocument/2006/relationships/image" Target="/ppt/media/image3.png" Id="R11b51d9b9d394b59" /><Relationship Type="http://schemas.openxmlformats.org/officeDocument/2006/relationships/image" Target="/ppt/media/image4.png" Id="R23c475c19c834e53" /><Relationship Type="http://schemas.openxmlformats.org/officeDocument/2006/relationships/notesSlide" Target="/ppt/notesSlides/notesSlide4.xml" Id="Rbd3694a350f847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d199fa3c814dd0" /><Relationship Type="http://schemas.openxmlformats.org/officeDocument/2006/relationships/image" Target="/ppt/media/image5.png" Id="Rda5f7e6df3394553" /><Relationship Type="http://schemas.openxmlformats.org/officeDocument/2006/relationships/image" Target="/ppt/media/image6.png" Id="R7644d03a35014789" /><Relationship Type="http://schemas.openxmlformats.org/officeDocument/2006/relationships/image" Target="/ppt/media/image7.png" Id="R6f779b422f474523" /><Relationship Type="http://schemas.openxmlformats.org/officeDocument/2006/relationships/notesSlide" Target="/ppt/notesSlides/notesSlide5.xml" Id="R00c14bcf159d49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ffcf82c3d94ce9" /><Relationship Type="http://schemas.openxmlformats.org/officeDocument/2006/relationships/image" Target="/ppt/media/image.jpeg" Id="Rc46d223558f74588" /><Relationship Type="http://schemas.openxmlformats.org/officeDocument/2006/relationships/image" Target="/ppt/media/image2.jpeg" Id="R05d0bac629ee4f92" /><Relationship Type="http://schemas.openxmlformats.org/officeDocument/2006/relationships/image" Target="/ppt/media/image3.jpeg" Id="Rf0c566d820e24a85" /><Relationship Type="http://schemas.openxmlformats.org/officeDocument/2006/relationships/notesSlide" Target="/ppt/notesSlides/notesSlide6.xml" Id="Rd8f5a41f490841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90acbfbd64457" /><Relationship Type="http://schemas.openxmlformats.org/officeDocument/2006/relationships/image" Target="/ppt/media/image4.jpeg" Id="R0cc7a6bc71114ceb" /><Relationship Type="http://schemas.openxmlformats.org/officeDocument/2006/relationships/image" Target="/ppt/media/image5.jpeg" Id="R6c03c6ceb6784633" /><Relationship Type="http://schemas.openxmlformats.org/officeDocument/2006/relationships/image" Target="/ppt/media/image6.jpeg" Id="R29b270e0797f4b7a" /><Relationship Type="http://schemas.openxmlformats.org/officeDocument/2006/relationships/notesSlide" Target="/ppt/notesSlides/notesSlide7.xml" Id="R9aa9bb4e620c41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3b6660608488b" /><Relationship Type="http://schemas.openxmlformats.org/officeDocument/2006/relationships/image" Target="/ppt/media/image8.png" Id="R6cc26d0463304e5f" /><Relationship Type="http://schemas.openxmlformats.org/officeDocument/2006/relationships/image" Target="/ppt/media/image9.png" Id="R49634f7c564c4d6a" /><Relationship Type="http://schemas.openxmlformats.org/officeDocument/2006/relationships/notesSlide" Target="/ppt/notesSlides/notesSlide8.xml" Id="R8953a621ed5141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cc0b8fb534f46" /><Relationship Type="http://schemas.openxmlformats.org/officeDocument/2006/relationships/notesSlide" Target="/ppt/notesSlides/notesSlide9.xml" Id="R14f4e68c041f40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9a9fc70bf4801" /><Relationship Type="http://schemas.openxmlformats.org/officeDocument/2006/relationships/image" Target="/ppt/media/image10.png" Id="R046ea4ea591e4140" /><Relationship Type="http://schemas.openxmlformats.org/officeDocument/2006/relationships/notesSlide" Target="/ppt/notesSlides/notesSlide10.xml" Id="R3791042ac55242e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df8b50e7e4f73" /><Relationship Type="http://schemas.openxmlformats.org/officeDocument/2006/relationships/notesSlide" Target="/ppt/notesSlides/notesSlide11.xml" Id="R93c1e87c4dda47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a6fe43bcd4db1" /><Relationship Type="http://schemas.openxmlformats.org/officeDocument/2006/relationships/image" Target="/ppt/media/image11.png" Id="Re4c2fceed02e4ec8" /><Relationship Type="http://schemas.openxmlformats.org/officeDocument/2006/relationships/notesSlide" Target="/ppt/notesSlides/notesSlide12.xml" Id="R49adbf48041d4d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c54a67be24810" /><Relationship Type="http://schemas.openxmlformats.org/officeDocument/2006/relationships/image" Target="/ppt/media/image7.jpeg" Id="Rc38d8d4d12ef429c" /><Relationship Type="http://schemas.openxmlformats.org/officeDocument/2006/relationships/image" Target="/ppt/media/image8.jpeg" Id="Re5e65a5ece1d431c" /><Relationship Type="http://schemas.openxmlformats.org/officeDocument/2006/relationships/notesSlide" Target="/ppt/notesSlides/notesSlide13.xml" Id="Rd7edc2f622484e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114d42c79495b" /><Relationship Type="http://schemas.openxmlformats.org/officeDocument/2006/relationships/image" Target="/ppt/media/image9.jpeg" Id="R286451ee4a4c46be" /><Relationship Type="http://schemas.openxmlformats.org/officeDocument/2006/relationships/image" Target="/ppt/media/image10.jpeg" Id="R4c073ea1ee3048bc" /><Relationship Type="http://schemas.openxmlformats.org/officeDocument/2006/relationships/image" Target="/ppt/media/image11.jpeg" Id="R694d09c636c941b6" /><Relationship Type="http://schemas.openxmlformats.org/officeDocument/2006/relationships/notesSlide" Target="/ppt/notesSlides/notesSlide14.xml" Id="R9830447595754a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d4f88fd5349b1" /><Relationship Type="http://schemas.openxmlformats.org/officeDocument/2006/relationships/notesSlide" Target="/ppt/notesSlides/notesSlide15.xml" Id="Rbf695dbd61b040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7cc44ddc24594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3f14e11dd4ed4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老板销售版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老板为什么需要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b51d9b9d394b59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475c19c834e53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f7e6df3394553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4d03a35014789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779b422f474523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d223558f74588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0bac629ee4f92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566d820e24a85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c7a6bc71114ceb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3c6ceb6784633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270e0797f4b7a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少返工、快沟通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量房资料直接变成方案，团队少返工，客户少等待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设计师不再从聊天记录和手绘尺寸重新拼资料；围绕同一客户、同一户型持续出方案、改方案。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量房到方案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设计师：接手就能出首轮方案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老板：方案和责任都留在客户名下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老板得到的结果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少一次资料重整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少一轮重复确认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方案更快给客户看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人员变化也能接着做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前端更快谈方案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后台保留过程与成果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26d0463304e5f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34f7c564c4d6a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一线轻、老板清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一线在客户现场完成动作，老板在后台掌握全局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员工用小程序完成建档、量房、看户型和发起设计；老板用后台看客户推进、团队责任和方案沉淀。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一线执行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ea4ea591e4140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接待与量房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客户建档、正式量房，一次完成。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查看户型、发起设计，继续当前客户。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老板看全局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谁在跟、走到哪、下一步是什么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成员、岗位与数据边界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方案与成本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任务记录、方案版本与使用成本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一线操作更轻，老板管理更清，新人接手和门店复制更容易。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怎么开始更稳妥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从一家门店开始，先把一条客户服务链跑顺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先看真实客户能否从建档、量房走到方案沟通；团队日常用得顺，再决定账号规模和配套设备。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试点门店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选一家门店，带一组真实客户进入完整流程。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业务、量房、设计、管理各有明确接口人。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按岗位开通账号，客户数据各看各的。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确认可用能力、额度和异常处理方式。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量房设备（可选）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可接入已授权的蓝牙测距设备，也可直接手工录入。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落地陪跑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培训、现场演示和首批客户陪跑。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门店落地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2fceed02e4ec8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选一家门店，把一个真实客户服务到底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从客户建档到方案沟通，老板可以直接看到每一步是否顺畅，再决定是否扩大到更多门店和团队。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确定门店与负责人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开通账号与权限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选定真实客户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决定是否扩大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老板能直接判断：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客户不用重复建档 · 量房成果能被设计直接使用 | 方案和修改留在同一客户下 · 每一步都有明确责任人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老板销售版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四类 AI 能力，覆盖客户沟通中的常见场景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从第一次给客户看方向，到局部调整和持续深化，设计师都能沿用同一份空间依据继续推进。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d8d4d12ef429c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让客户先看懂空间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65a5ece1d431c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让团队先看清问题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把空房或毛坯底图变成可沟通的完整方案。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把客户喜欢的参考风格带进当前户型。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把户型和布局问题讲清楚，方便方案讨论。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把材质、软装和局部细节继续改到客户认可。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常见任务覆盖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6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老板不用担心每次都从零开始，常见家装任务已有现成入口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毛坯装修、风格迁移、户型诊断和局部深化，都能按真实客户需求直接选择。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451ee4a4c46be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73ea1ee3048bc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覆盖高频家装场景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老板看这三点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能不能马上用 | 客户看不看得懂 | 设计能不能继续改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d09c636c941b6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开始前需要确认什么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把账号、户型和团队权限准备好，家客来才能在门店顺利用起来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这些是采购和试点前需要双方确认的基础条件，确保一线拿来就能用。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账号、网络和服务连接正常。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有兼容设备就直接连接；没有也能手工录入。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正式户型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墙体有效、空间闭合，设计结果才有可靠依据。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开通需要的方案能力，并准备可用额度。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用于概念表达、方案比较和客户沟通，不替代施工图。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团队权限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按岗位分配客户和户型数据访问范围。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2026-08-13T01:36:56.3490000Z</dcterms:created>
  <dcterms:modified xsi:type="dcterms:W3CDTF">2026-08-13T01:36:56.3490000Z</dcterms:modified>
</coreProperties>
</file>