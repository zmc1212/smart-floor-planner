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2f169d80b3c4ab2" /><Relationship Type="http://schemas.openxmlformats.org/officeDocument/2006/relationships/extended-properties" Target="/docProps/app.xml" Id="R8f0e9ca814f24501" /><Relationship Type="http://schemas.openxmlformats.org/officeDocument/2006/relationships/officeDocument" Target="/ppt/presentation.xml" Id="Ree1db3179ba34c8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ae465b6951248d9"/>
  </p:sldMasterIdLst>
  <p:notesMasterIdLst>
    <p:notesMasterId xmlns:r="http://schemas.openxmlformats.org/officeDocument/2006/relationships" r:id="R93c1294bcd664abd"/>
  </p:notesMasterIdLst>
  <p:sldIdLst>
    <p:sldId xmlns:r="http://schemas.openxmlformats.org/officeDocument/2006/relationships" id="256" r:id="Rd2e4ff0fa44448c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ccc034f233e4537" /><Relationship Type="http://schemas.openxmlformats.org/officeDocument/2006/relationships/slideMaster" Target="/ppt/slideMasters/slideMaster1.xml" Id="R2ae465b6951248d9" /><Relationship Type="http://schemas.openxmlformats.org/officeDocument/2006/relationships/notesMaster" Target="/ppt/notesMasters/notesMaster1.xml" Id="R93c1294bcd664abd" /><Relationship Type="http://schemas.openxmlformats.org/officeDocument/2006/relationships/presProps" Target="/ppt/presProps.xml" Id="R3aa03c836a9643ac" /><Relationship Type="http://schemas.openxmlformats.org/officeDocument/2006/relationships/tableStyles" Target="/ppt/tableStyles.xml" Id="R1c495053f1674615" /><Relationship Type="http://schemas.openxmlformats.org/officeDocument/2006/relationships/slide" Target="/ppt/slides/slide1.xml" Id="Rd2e4ff0fa44448c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53be75f3d6748b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713e00932af4a98" /><Relationship Type="http://schemas.openxmlformats.org/officeDocument/2006/relationships/notesMaster" Target="/ppt/notesMasters/notesMaster1.xml" Id="Rab56941c13d94a0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cfafd2f972428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d3b94e6b193488a" /><Relationship Type="http://schemas.openxmlformats.org/officeDocument/2006/relationships/slideLayout" Target="/ppt/slideLayouts/slideLayout1.xml" Id="Ra3fe98ae28cd423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3fe98ae28cd423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b566186b1a4d3d" /><Relationship Type="http://schemas.openxmlformats.org/officeDocument/2006/relationships/image" Target="/ppt/media/image.png" Id="Rea571028a62146e3" /><Relationship Type="http://schemas.openxmlformats.org/officeDocument/2006/relationships/notesSlide" Target="/ppt/notesSlides/notesSlide1.xml" Id="R13460678b4fa4e9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571028a62146e3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45720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2026-08-12T05:15:17.3910000Z</dcterms:created>
  <dcterms:modified xsi:type="dcterms:W3CDTF">2026-08-12T05:15:17.3910000Z</dcterms:modified>
</coreProperties>
</file>