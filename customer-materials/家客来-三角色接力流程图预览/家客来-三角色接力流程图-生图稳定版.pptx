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0deade2a054517" /><Relationship Type="http://schemas.openxmlformats.org/officeDocument/2006/relationships/extended-properties" Target="/docProps/app.xml" Id="Ra227ee3b3d9a490b" /><Relationship Type="http://schemas.openxmlformats.org/officeDocument/2006/relationships/officeDocument" Target="/ppt/presentation.xml" Id="R3226d0f99a394a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c7c85e4d3f40e1"/>
  </p:sldMasterIdLst>
  <p:notesMasterIdLst>
    <p:notesMasterId xmlns:r="http://schemas.openxmlformats.org/officeDocument/2006/relationships" r:id="R6b1d5050221c4915"/>
  </p:notesMasterIdLst>
  <p:sldIdLst>
    <p:sldId xmlns:r="http://schemas.openxmlformats.org/officeDocument/2006/relationships" id="256" r:id="R4ec380fcb14843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22cacc32a94cf0" /><Relationship Type="http://schemas.openxmlformats.org/officeDocument/2006/relationships/slideMaster" Target="/ppt/slideMasters/slideMaster1.xml" Id="R18c7c85e4d3f40e1" /><Relationship Type="http://schemas.openxmlformats.org/officeDocument/2006/relationships/notesMaster" Target="/ppt/notesMasters/notesMaster1.xml" Id="R6b1d5050221c4915" /><Relationship Type="http://schemas.openxmlformats.org/officeDocument/2006/relationships/presProps" Target="/ppt/presProps.xml" Id="R3ecc4b0616a4423f" /><Relationship Type="http://schemas.openxmlformats.org/officeDocument/2006/relationships/tableStyles" Target="/ppt/tableStyles.xml" Id="Rffb3951e9f974953" /><Relationship Type="http://schemas.openxmlformats.org/officeDocument/2006/relationships/slide" Target="/ppt/slides/slide1.xml" Id="R4ec380fcb14843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3bbd8abcb640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fee760017142dc" /><Relationship Type="http://schemas.openxmlformats.org/officeDocument/2006/relationships/notesMaster" Target="/ppt/notesMasters/notesMaster1.xml" Id="R4c284269bc474f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a785b536041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17d911d1b6480a" /><Relationship Type="http://schemas.openxmlformats.org/officeDocument/2006/relationships/slideLayout" Target="/ppt/slideLayouts/slideLayout1.xml" Id="Rf458e372b69f43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58e372b69f43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e5d1243f64c29" /><Relationship Type="http://schemas.openxmlformats.org/officeDocument/2006/relationships/image" Target="/ppt/media/image.png" Id="R77feeb89564946a8" /><Relationship Type="http://schemas.openxmlformats.org/officeDocument/2006/relationships/notesSlide" Target="/ppt/notesSlides/notesSlide1.xml" Id="Rfdd21620a98b42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eeb89564946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70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2026-08-12T05:00:35.7570000Z</dcterms:created>
  <dcterms:modified xsi:type="dcterms:W3CDTF">2026-08-12T05:00:35.7570000Z</dcterms:modified>
</coreProperties>
</file>