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a3954a039429f" /><Relationship Type="http://schemas.openxmlformats.org/officeDocument/2006/relationships/extended-properties" Target="/docProps/app.xml" Id="Rf8f9aebd10854b90" /><Relationship Type="http://schemas.openxmlformats.org/officeDocument/2006/relationships/officeDocument" Target="/ppt/presentation.xml" Id="R98c069ae95d5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648e0affb4cd3"/>
  </p:sldMasterIdLst>
  <p:notesMasterIdLst>
    <p:notesMasterId xmlns:r="http://schemas.openxmlformats.org/officeDocument/2006/relationships" r:id="R5816567a4868495b"/>
  </p:notesMasterIdLst>
  <p:sldIdLst>
    <p:sldId xmlns:r="http://schemas.openxmlformats.org/officeDocument/2006/relationships" id="256" r:id="R493a6224a28f433f"/>
    <p:sldId xmlns:r="http://schemas.openxmlformats.org/officeDocument/2006/relationships" id="257" r:id="R0ff8575075d14aa2"/>
    <p:sldId xmlns:r="http://schemas.openxmlformats.org/officeDocument/2006/relationships" id="258" r:id="Rea03f01522024769"/>
    <p:sldId xmlns:r="http://schemas.openxmlformats.org/officeDocument/2006/relationships" id="259" r:id="Re5fc5a6a017e433a"/>
    <p:sldId xmlns:r="http://schemas.openxmlformats.org/officeDocument/2006/relationships" id="260" r:id="R773a09d9a83b4d13"/>
    <p:sldId xmlns:r="http://schemas.openxmlformats.org/officeDocument/2006/relationships" id="261" r:id="R2934d684567743e9"/>
    <p:sldId xmlns:r="http://schemas.openxmlformats.org/officeDocument/2006/relationships" id="262" r:id="Rf506f06f8be24f3a"/>
    <p:sldId xmlns:r="http://schemas.openxmlformats.org/officeDocument/2006/relationships" id="263" r:id="R2c89bf83693f4ec5"/>
    <p:sldId xmlns:r="http://schemas.openxmlformats.org/officeDocument/2006/relationships" id="264" r:id="R97f52774e93d4e84"/>
    <p:sldId xmlns:r="http://schemas.openxmlformats.org/officeDocument/2006/relationships" id="265" r:id="R967644688f0c4970"/>
    <p:sldId xmlns:r="http://schemas.openxmlformats.org/officeDocument/2006/relationships" id="266" r:id="Rb6c407fdc51d4621"/>
    <p:sldId xmlns:r="http://schemas.openxmlformats.org/officeDocument/2006/relationships" id="267" r:id="R42539b47cf7040b8"/>
    <p:sldId xmlns:r="http://schemas.openxmlformats.org/officeDocument/2006/relationships" id="268" r:id="R1f71b7c157d64a8b"/>
    <p:sldId xmlns:r="http://schemas.openxmlformats.org/officeDocument/2006/relationships" id="269" r:id="R4d364e8c899840ee"/>
    <p:sldId xmlns:r="http://schemas.openxmlformats.org/officeDocument/2006/relationships" id="270" r:id="R5d52b0b9f2dd4dbf"/>
    <p:sldId xmlns:r="http://schemas.openxmlformats.org/officeDocument/2006/relationships" id="271" r:id="Rc8522a691afb4e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7b9b088ee45f4" /><Relationship Type="http://schemas.openxmlformats.org/officeDocument/2006/relationships/slideMaster" Target="/ppt/slideMasters/slideMaster1.xml" Id="Re7c648e0affb4cd3" /><Relationship Type="http://schemas.openxmlformats.org/officeDocument/2006/relationships/notesMaster" Target="/ppt/notesMasters/notesMaster1.xml" Id="R5816567a4868495b" /><Relationship Type="http://schemas.openxmlformats.org/officeDocument/2006/relationships/presProps" Target="/ppt/presProps.xml" Id="R5afb905a6cb64286" /><Relationship Type="http://schemas.openxmlformats.org/officeDocument/2006/relationships/tableStyles" Target="/ppt/tableStyles.xml" Id="R30ea91ecf0a144f7" /><Relationship Type="http://schemas.openxmlformats.org/officeDocument/2006/relationships/slide" Target="/ppt/slides/slide1.xml" Id="R493a6224a28f433f" /><Relationship Type="http://schemas.openxmlformats.org/officeDocument/2006/relationships/slide" Target="/ppt/slides/slide2.xml" Id="R0ff8575075d14aa2" /><Relationship Type="http://schemas.openxmlformats.org/officeDocument/2006/relationships/slide" Target="/ppt/slides/slide3.xml" Id="Rea03f01522024769" /><Relationship Type="http://schemas.openxmlformats.org/officeDocument/2006/relationships/slide" Target="/ppt/slides/slide4.xml" Id="Re5fc5a6a017e433a" /><Relationship Type="http://schemas.openxmlformats.org/officeDocument/2006/relationships/slide" Target="/ppt/slides/slide5.xml" Id="R773a09d9a83b4d13" /><Relationship Type="http://schemas.openxmlformats.org/officeDocument/2006/relationships/slide" Target="/ppt/slides/slide6.xml" Id="R2934d684567743e9" /><Relationship Type="http://schemas.openxmlformats.org/officeDocument/2006/relationships/slide" Target="/ppt/slides/slide7.xml" Id="Rf506f06f8be24f3a" /><Relationship Type="http://schemas.openxmlformats.org/officeDocument/2006/relationships/slide" Target="/ppt/slides/slide8.xml" Id="R2c89bf83693f4ec5" /><Relationship Type="http://schemas.openxmlformats.org/officeDocument/2006/relationships/slide" Target="/ppt/slides/slide9.xml" Id="R97f52774e93d4e84" /><Relationship Type="http://schemas.openxmlformats.org/officeDocument/2006/relationships/slide" Target="/ppt/slides/slide10.xml" Id="R967644688f0c4970" /><Relationship Type="http://schemas.openxmlformats.org/officeDocument/2006/relationships/slide" Target="/ppt/slides/slide11.xml" Id="Rb6c407fdc51d4621" /><Relationship Type="http://schemas.openxmlformats.org/officeDocument/2006/relationships/slide" Target="/ppt/slides/slide12.xml" Id="R42539b47cf7040b8" /><Relationship Type="http://schemas.openxmlformats.org/officeDocument/2006/relationships/slide" Target="/ppt/slides/slide13.xml" Id="R1f71b7c157d64a8b" /><Relationship Type="http://schemas.openxmlformats.org/officeDocument/2006/relationships/slide" Target="/ppt/slides/slide14.xml" Id="R4d364e8c899840ee" /><Relationship Type="http://schemas.openxmlformats.org/officeDocument/2006/relationships/slide" Target="/ppt/slides/slide15.xml" Id="R5d52b0b9f2dd4dbf" /><Relationship Type="http://schemas.openxmlformats.org/officeDocument/2006/relationships/slide" Target="/ppt/slides/slide16.xml" Id="Rc8522a691afb4e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910279d8b48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509d6492c4364" /><Relationship Type="http://schemas.openxmlformats.org/officeDocument/2006/relationships/notesMaster" Target="/ppt/notesMasters/notesMaster1.xml" Id="Rf9a9f06dcd6a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e4aabe840444c9" /><Relationship Type="http://schemas.openxmlformats.org/officeDocument/2006/relationships/notesMaster" Target="/ppt/notesMasters/notesMaster1.xml" Id="R9d1deaf450e9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e6bf5e91824703" /><Relationship Type="http://schemas.openxmlformats.org/officeDocument/2006/relationships/notesMaster" Target="/ppt/notesMasters/notesMaster1.xml" Id="R0c42963ff6a4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edbf3dc70f414a" /><Relationship Type="http://schemas.openxmlformats.org/officeDocument/2006/relationships/notesMaster" Target="/ppt/notesMasters/notesMaster1.xml" Id="R53e0bfc24018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d2c5b936df4dea" /><Relationship Type="http://schemas.openxmlformats.org/officeDocument/2006/relationships/notesMaster" Target="/ppt/notesMasters/notesMaster1.xml" Id="R2d1bf6e0d541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04442566b04faa" /><Relationship Type="http://schemas.openxmlformats.org/officeDocument/2006/relationships/notesMaster" Target="/ppt/notesMasters/notesMaster1.xml" Id="Rc05e58086a35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57fa0e15e54a27" /><Relationship Type="http://schemas.openxmlformats.org/officeDocument/2006/relationships/notesMaster" Target="/ppt/notesMasters/notesMaster1.xml" Id="R6e1de5181e1e48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083108f5e844ef" /><Relationship Type="http://schemas.openxmlformats.org/officeDocument/2006/relationships/notesMaster" Target="/ppt/notesMasters/notesMaster1.xml" Id="R3dc0e093d66b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418093e3b84c52" /><Relationship Type="http://schemas.openxmlformats.org/officeDocument/2006/relationships/notesMaster" Target="/ppt/notesMasters/notesMaster1.xml" Id="R55677151a6084d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f100b005164711" /><Relationship Type="http://schemas.openxmlformats.org/officeDocument/2006/relationships/notesMaster" Target="/ppt/notesMasters/notesMaster1.xml" Id="Rd9025f7f0d93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108d564414b87" /><Relationship Type="http://schemas.openxmlformats.org/officeDocument/2006/relationships/notesMaster" Target="/ppt/notesMasters/notesMaster1.xml" Id="R20cbc05dc0ba45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0d5fe223fb4d7a" /><Relationship Type="http://schemas.openxmlformats.org/officeDocument/2006/relationships/notesMaster" Target="/ppt/notesMasters/notesMaster1.xml" Id="R32452109f4ce4e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1256d2825d490f" /><Relationship Type="http://schemas.openxmlformats.org/officeDocument/2006/relationships/notesMaster" Target="/ppt/notesMasters/notesMaster1.xml" Id="Rc5d89db9034e4c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acb866f45743e1" /><Relationship Type="http://schemas.openxmlformats.org/officeDocument/2006/relationships/notesMaster" Target="/ppt/notesMasters/notesMaster1.xml" Id="R469f9b9432a34d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b3b68ed7e94c5c" /><Relationship Type="http://schemas.openxmlformats.org/officeDocument/2006/relationships/notesMaster" Target="/ppt/notesMasters/notesMaster1.xml" Id="R3d1a61de3db045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8ea7a9f6b14d28" /><Relationship Type="http://schemas.openxmlformats.org/officeDocument/2006/relationships/notesMaster" Target="/ppt/notesMasters/notesMaster1.xml" Id="R23cde9e341a9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illustration extracted from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floor-plan illustration extracted from source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design-references/ai-design/ai-design-customer-project-switcher-v3/ai-design-customer-workbench-home-v2.png; docs/ai-design/miniprogram-ai-design-requirements.zh-CN.md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design-references/all-pages-ip-v3/04-ai-design-home-v3.png; task definitions verified against current Mini Program AI requirements and code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design-references/ai-design/ai-design-customer-project-switcher-v3/ai-design-customer-project-switcher-v3.png; formal plan and task eligibility verified against current AI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design-references/all-pages-ip-v3/14-ai-design-create-v3.png; credit freeze/consume/release behavior verified against current AI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design-references/all-pages-ip-v3/15-ai-design-result-v3.png; result actions, adopted/candidate logic and backend continuation verified against current AI requirements and admin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5069a3b93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0e218f46c4940" /><Relationship Type="http://schemas.openxmlformats.org/officeDocument/2006/relationships/slideLayout" Target="/ppt/slideLayouts/slideLayout1.xml" Id="R8965a528a746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65a528a746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71498fea74c4a" /><Relationship Type="http://schemas.openxmlformats.org/officeDocument/2006/relationships/image" Target="/ppt/media/image.png" Id="R00c893e5bf984144" /><Relationship Type="http://schemas.openxmlformats.org/officeDocument/2006/relationships/image" Target="/ppt/media/image2.png" Id="Ra8f0fb2d4b564051" /><Relationship Type="http://schemas.openxmlformats.org/officeDocument/2006/relationships/notesSlide" Target="/ppt/notesSlides/notesSlide1.xml" Id="R574fc2be1b66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ff8e0715f417a" /><Relationship Type="http://schemas.openxmlformats.org/officeDocument/2006/relationships/image" Target="/ppt/media/image3.png" Id="Re38ba1acb72840e7" /><Relationship Type="http://schemas.openxmlformats.org/officeDocument/2006/relationships/notesSlide" Target="/ppt/notesSlides/notesSlide2.xml" Id="Rea9693beb951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fa728050c4bdc" /><Relationship Type="http://schemas.openxmlformats.org/officeDocument/2006/relationships/notesSlide" Target="/ppt/notesSlides/notesSlide3.xml" Id="R3936a50401554e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1de68fad04af3" /><Relationship Type="http://schemas.openxmlformats.org/officeDocument/2006/relationships/notesSlide" Target="/ppt/notesSlides/notesSlide4.xml" Id="R82aaba163aa3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62256cb124292" /><Relationship Type="http://schemas.openxmlformats.org/officeDocument/2006/relationships/image" Target="/ppt/media/image4.png" Id="Re153853abfc842ab" /><Relationship Type="http://schemas.openxmlformats.org/officeDocument/2006/relationships/image" Target="/ppt/media/image5.png" Id="R18de312468a34301" /><Relationship Type="http://schemas.openxmlformats.org/officeDocument/2006/relationships/notesSlide" Target="/ppt/notesSlides/notesSlide5.xml" Id="Rc4f2293084e7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48c4fe419493a" /><Relationship Type="http://schemas.openxmlformats.org/officeDocument/2006/relationships/image" Target="/ppt/media/image6.png" Id="R76dbee8a01b44261" /><Relationship Type="http://schemas.openxmlformats.org/officeDocument/2006/relationships/image" Target="/ppt/media/image7.png" Id="R3cc1a9dc971f40cf" /><Relationship Type="http://schemas.openxmlformats.org/officeDocument/2006/relationships/image" Target="/ppt/media/image8.png" Id="Rb9799f08aef542c9" /><Relationship Type="http://schemas.openxmlformats.org/officeDocument/2006/relationships/notesSlide" Target="/ppt/notesSlides/notesSlide6.xml" Id="R543bfc525d3948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8b8b0009c4329" /><Relationship Type="http://schemas.openxmlformats.org/officeDocument/2006/relationships/image" Target="/ppt/media/image9.png" Id="Ra9a51ed2afa74f9d" /><Relationship Type="http://schemas.openxmlformats.org/officeDocument/2006/relationships/notesSlide" Target="/ppt/notesSlides/notesSlide7.xml" Id="Re769c792f87441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c5b5c99ca4d54" /><Relationship Type="http://schemas.openxmlformats.org/officeDocument/2006/relationships/image" Target="/ppt/media/image10.png" Id="Rb259f4602d5a4964" /><Relationship Type="http://schemas.openxmlformats.org/officeDocument/2006/relationships/notesSlide" Target="/ppt/notesSlides/notesSlide8.xml" Id="Rfeb66dc9541246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c5aabbf446cb" /><Relationship Type="http://schemas.openxmlformats.org/officeDocument/2006/relationships/image" Target="/ppt/media/image11.png" Id="Rcd7464f750ee40b3" /><Relationship Type="http://schemas.openxmlformats.org/officeDocument/2006/relationships/notesSlide" Target="/ppt/notesSlides/notesSlide9.xml" Id="Rc6951ece29fd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ac3efce84e35" /><Relationship Type="http://schemas.openxmlformats.org/officeDocument/2006/relationships/image" Target="/ppt/media/image12.png" Id="Rc095110dfbfb46d1" /><Relationship Type="http://schemas.openxmlformats.org/officeDocument/2006/relationships/notesSlide" Target="/ppt/notesSlides/notesSlide10.xml" Id="R1470a1a35c2148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d017afbc44377" /><Relationship Type="http://schemas.openxmlformats.org/officeDocument/2006/relationships/image" Target="/ppt/media/image13.png" Id="R6082d4320f7f4418" /><Relationship Type="http://schemas.openxmlformats.org/officeDocument/2006/relationships/notesSlide" Target="/ppt/notesSlides/notesSlide11.xml" Id="R7d28717136554f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f24fa9e614043" /><Relationship Type="http://schemas.openxmlformats.org/officeDocument/2006/relationships/image" Target="/ppt/media/image14.png" Id="R9456a20b33974ba9" /><Relationship Type="http://schemas.openxmlformats.org/officeDocument/2006/relationships/notesSlide" Target="/ppt/notesSlides/notesSlide12.xml" Id="R930e3b2542c346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d83c66ee545e2" /><Relationship Type="http://schemas.openxmlformats.org/officeDocument/2006/relationships/notesSlide" Target="/ppt/notesSlides/notesSlide13.xml" Id="R0fcb2114f0eb42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86268ec834025" /><Relationship Type="http://schemas.openxmlformats.org/officeDocument/2006/relationships/image" Target="/ppt/media/image15.png" Id="Re91ac12a23be4182" /><Relationship Type="http://schemas.openxmlformats.org/officeDocument/2006/relationships/notesSlide" Target="/ppt/notesSlides/notesSlide14.xml" Id="Rcc42d570d02f42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ab37b8ab146b9" /><Relationship Type="http://schemas.openxmlformats.org/officeDocument/2006/relationships/notesSlide" Target="/ppt/notesSlides/notesSlide15.xml" Id="R2eb71ec281e443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f7aa348ad4c8a" /><Relationship Type="http://schemas.openxmlformats.org/officeDocument/2006/relationships/image" Target="/ppt/media/image16.png" Id="R6e5e162027234223" /><Relationship Type="http://schemas.openxmlformats.org/officeDocument/2006/relationships/notesSlide" Target="/ppt/notesSlides/notesSlide16.xml" Id="Rc77484a7008a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08E1B-D7E4-400E-BD01-66161F6B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893e5bf984144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0fb2d4b564051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C62CF-FE28-46BB-9D55-DC853337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9B078-3FFB-4190-BBBD-02B937C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2F970-BCCC-4033-AE76-8FAFD70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9EBBE-5635-44F0-8A5C-23B4C68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31CE8-D86B-4C46-B47F-2299E47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B9A22-86ED-4516-A591-05E61B2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BD1C9-73A5-474E-8AF6-99838B9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1255682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88FAE-609D-4BC2-B117-C34508F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家客来是什么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51D6-2F11-473B-8824-AF61ABD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一套围绕同一位客户持续工作的协作工具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1FFB8-C84A-48DE-965D-6D34C74D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量房师、设计师和企业管理者使用同一份客户与空间资料，各自完成职责内的下一步。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EABA4-3B59-4ADE-B9CF-9E822978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4F5F-AF58-4EB0-9655-F3A5D0AF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36D0A-6C9E-489F-9322-F76B6733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810250" cy="37719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436C0-68EB-4149-BAE5-0B1A439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FEF0D-04FB-4D7B-BCDF-E73C5AD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85B82-24B2-4229-8B37-FC794CAD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家装企业的量房师、设计师和企业管理者。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8B0B7-645C-44E8-868B-37FE424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CCAE3-E52C-481F-B11D-80DD601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14227-6B48-49B3-BA03-A4FE9F1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客户资料、正式户型、设计方案和客户阶段。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257F5-0644-4328-B0EF-514FF42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F75B2-20F9-4504-8743-78E20780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DE4F6-B431-44DF-BC7A-D80FE47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后一个岗位直接使用前一个岗位的成果，减少重复确认与重新录入。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ba1acb72840e7"/>
          <a:srcRect xmlns:a="http://schemas.openxmlformats.org/drawingml/2006/main" l="0" t="5383" r="0" b="5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19300"/>
            <a:ext cx="4762500" cy="3886200"/>
          </a:xfrm>
          <a:prstGeom xmlns:a="http://schemas.openxmlformats.org/drawingml/2006/main" prst="roundRect">
            <a:avLst>
              <a:gd name="adj" fmla="val 6863"/>
            </a:avLst>
          </a:prstGeom>
        </p:spPr>
      </p:pic>
    </p:spTree>
    <p:extLst>
      <p:ext uri="{BB962C8B-B14F-4D97-AF65-F5344CB8AC3E}">
        <p14:creationId xmlns:p14="http://schemas.microsoft.com/office/powerpoint/2010/main" val="719065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5CD54-F165-4002-9E3B-07E7C645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CA514-D06A-4F36-834A-FA85DAA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D6E90-5C12-4C1B-AFC4-7CC1CF8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BEB4A-0F8C-4F2A-AA49-EA9A125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0FAC8-3D88-4F0F-B559-4AA0EE7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61F6A-10B2-49F1-99D8-4D5735B4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4D1A8-BBA5-4967-8C7B-B30E49B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C113F-3CB4-4A10-9F62-033D91A7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D121B-1541-4D6D-8C71-CBE1D622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6708C-BC7D-4E47-A37B-B5630832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56E70-A34F-4499-9B20-C7058AF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4B36B-B1AE-406A-8792-F3D5B9A0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1567-40FD-4DAD-A567-32A2A651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8D88B-10A2-48A2-8CC8-CD74393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FEC9C-A012-410B-961F-65F10372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88D41-7CEA-44E3-A217-872B0B7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56A87-952E-4767-83D6-BEB13EE8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B7107-4923-4071-90CE-C2388C5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1ADB1-6BD8-48F2-B97B-52903E7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FA67D-5CFD-436C-B382-17692735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BD33C-2D9A-4A04-B0CD-DD5E3277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5556A-7ABA-42DB-928D-70C2F1D4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1B3B4-28F2-4D32-901D-918A8A1E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3E44D-87F1-4317-9B01-3F87C760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145233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40BE3-6DAB-4443-B775-4183BAF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D9E27-1C0B-411E-ACA9-67E52B4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33ACD-E94E-4D16-9253-62A0B22D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99841-00CE-4A18-9FF2-A1970089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1496C-7A5C-41DD-BAB9-8231477E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21574-D27D-4A85-BBA4-85A1780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18BFD-780F-4BBA-9109-5D3CC02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64744-D513-425C-9AF6-38E4E7E1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92884-7AC6-4873-B0C7-86034AC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55D5F-E639-468B-9238-9291359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BEBB9-A61B-427D-A1BA-8FA52DEE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F5AEE-A08F-4A4A-8A6A-81CED3F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E4F5B-45BB-4428-AD0A-679F31B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DBD9F-7030-4F58-AE67-0AB4A60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E1A9-509D-496E-AABD-B87DAE5C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915F-3870-47FB-A0EF-8F639DA7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D5F1A-0D07-4538-A56D-CF95493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8148D-FC91-4911-9F64-A4BD7097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E260C-C8DB-4698-85BF-FAACA97D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37A23-5BDF-4D95-92E3-FE57182B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330DD-21BD-4E08-A3DD-4C7BCF96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A9E8E-7E40-4000-872D-A244058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74552-A227-4AAC-A2C5-B4B2E183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548F3-6045-47CE-B4B1-9A0F3A14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AF304-DF6C-4A1F-8F4D-A00471F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ADB02-B16D-4BC8-9886-1F0DF96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EDDFE-33E7-4572-BDFC-4C0983E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A0044-6F38-494A-8F97-30669D0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BE297-2A69-46DF-9F91-86A0369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95EE8-E9C8-46FC-B422-A2DBD8A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74248-0991-4B28-80B8-385CAA16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BDA59-FA7B-4724-B01A-8DBF32C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5260B-60DE-491D-8CA9-9CCFEBD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287A5-FBEF-4D86-920D-AFDD761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DDB86-9E23-4FFB-8160-EC1249F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91B72E-5131-4521-97E7-5BF055A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093D6C-0AA5-4163-84A7-A227CC5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97E6CB-E36B-49A6-B055-7D07E70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CD5E58-0DB3-45EE-B2A3-A42D584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BDEF0-11E6-49DD-B9FE-75FF2B81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5B64EE-A419-4AA4-A603-1B7F83B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4B676C-2016-47A4-9E36-6E9D6989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67D9EE-3863-409C-8D48-A4E3C0A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E06A69-0008-4E3E-83B5-4AED8AF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1689708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4F1BE-286F-4F2D-9F39-F6D777A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BC1B4-417E-440D-91A2-452055B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6CBDD-F326-46FC-A867-6D8E7612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C9FE3-3457-4884-9003-35DB933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299A-0507-4679-99B3-3D84380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853abfc842ab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e312468a34301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C50AA-0D67-4752-B3C5-4E55E860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8976D-20F3-45E5-B8F1-4E21D8D4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D0A92-FBB4-450D-8DA7-D2530B5D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445F2-F034-4645-AFE4-2731B3E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7EDF5-05CC-410E-810E-E673C8F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36DBD-B54A-4960-A6C5-A42FE3C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61C7A-6D66-4AD3-BC2C-9E9B4759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87C4C-9901-4B37-866F-1E87B4F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96B7E-447E-49E1-A27F-F4F01137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863B4-E0E8-487A-A2BA-9E3E822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1089948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4DC2A-5C1B-4FAE-B2A4-773E93D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7F8C4-BD90-41BA-A5BF-8B9DB76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0752F-9568-494B-B226-F3C8A7A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BE003-95E3-485E-800B-DCCC44F6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3C005-F9E2-41DF-9542-4874646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bee8a01b44261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1a9dc971f40cf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99f08aef542c9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06B16-251C-4ADC-AEF0-F2D70604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8D2B9-8CFE-42EB-9655-3AD66ADA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68BC0-2875-4A00-A47D-8F3C9E71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A7FFD-8E30-4956-A38A-F8DFE42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D0C5B-6A29-4BCE-B760-06B3450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13FB3-DD73-466E-A5CA-3B0A9D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39182-5F1D-41C2-AFDA-00EB48C4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9E601-5AD6-44BF-9F1B-1BE67B5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DFF01-F9B9-44F8-A92C-579AFE9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118289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A2196-5BC1-47E8-8C1C-5B1F243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正式户型复用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D201F-0F4C-49BE-9920-AE82794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同一份正式户型，继续服务多个后续场景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1940D-55A6-4356-B564-648B7499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查看、导出、2D/3D 与 AI 都从正式墙图派生，不再维护容易偏离的户型副本。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50C8D-FBD4-4033-A7B2-5540621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正式户型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9D17-01CC-4CEF-88D4-12D8B8F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E9904-8390-4F0A-8028-44603093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286250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51ed2afa74f9d"/>
          <a:stretch xmlns:a="http://schemas.openxmlformats.org/drawingml/2006/main"/>
        </p:blipFill>
        <p:spPr>
          <a:xfrm xmlns:a="http://schemas.openxmlformats.org/drawingml/2006/main">
            <a:off x="899336" y="2457450"/>
            <a:ext cx="3516279" cy="2724150"/>
          </a:xfrm>
          <a:prstGeom xmlns:a="http://schemas.openxmlformats.org/drawingml/2006/main" prst="roundRect">
            <a:avLst>
              <a:gd name="adj" fmla="val 839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4AC85-09D7-4E10-A5F6-8EF5762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3105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DADAF-A4F8-4CDF-BDE2-F692971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正式户型 = 统一空间依据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5C1CC-C707-40C2-BAC2-E79C614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54997-4F4B-4A43-8177-DF8DACDD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9CBE6-1E1F-44E3-8E08-7DDA045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CB07C-CB3C-442D-B619-E9A3118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查看量房状态、闭合空间数与更新时间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35F81-1182-442D-AEB0-2BC4719C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41BD3-A9AF-4584-A473-F0CD92DD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52E73-FB9F-42B3-A922-89418FF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EE7DD-ECA4-480D-8C53-1F7B02D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集中查看正式户型与测量记录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773C-D135-4068-8E3B-872786D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871EC-A50E-4A6D-AC15-AD978998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36562-1DA4-4821-B366-F07B2E8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2D / 3D / DXF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61149-CB59-4073-8F93-DBB0EC01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完整且受支持时用于查看与下载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08E7B-0C85-43A1-9461-80372535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4C095-5C08-4A92-976D-96D65A5D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74E67-772C-405E-A2C9-6DB85B8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24920-D485-4BC5-86FF-920AF6D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从同一份正式户型派生整屋或单空间依据</a:t>
            </a:r>
          </a:p>
        </p:txBody>
      </p:sp>
    </p:spTree>
    <p:extLst>
      <p:ext uri="{BB962C8B-B14F-4D97-AF65-F5344CB8AC3E}">
        <p14:creationId xmlns:p14="http://schemas.microsoft.com/office/powerpoint/2010/main" val="1000197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C86B1-5602-40D1-8E46-50B4CEF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设计总览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5355-A8ED-472B-A435-D906576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设计围绕同一位客户和同一份空间资料持续推进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15BDD-2B7D-43FF-BD53-41CAA92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客户、正式户型、设计范围与当前方案始终关联，沟通不再从一张孤立图片重新开始。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AA94B-88F2-4F2E-A8BF-7369474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4D7F-6D26-4CCA-BE23-BAB9F1F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3D48D-9C5C-4023-9B8F-6FD4CE02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97205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9f4602d5a4964"/>
          <a:srcRect xmlns:a="http://schemas.openxmlformats.org/drawingml/2006/main" l="0" t="31459" r="0" b="31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4705350" cy="37719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3DCC3-A3BA-473E-9394-24955A1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0ED7F-8248-4A73-B07B-1295C993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 · 同一正式户型 · 同一方案旅程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EF767-CDF6-405F-B17D-15453EB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7FA44-CA88-401C-8325-5CC5EFE5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先确定设计对象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CC20C-1AAB-436A-ADFF-87ABB93C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99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客户档案与正式户型提供稳定上下文，可选择整屋或单空间继续设计。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D3F60-A1B4-4F3C-98F8-660A433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86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3271C-8A8A-4ECD-B7E9-F1A7E08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99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再围绕当前方案推进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47D95-1F21-4257-9B53-DF1BE1F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499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每次生成都进入同一客户方案，设计师能看见当前进度与下一步。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420BF-DA6D-4A59-A45E-B308229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方案旅程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21327-D020-4DDE-B191-4CA090F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F8FB9-01A3-4889-9D4D-155B1D7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29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23082-C479-49BD-930C-A484B3F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6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空间基准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7E4BB-D78D-4685-83BB-5F6D90C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95900"/>
            <a:ext cx="914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18195-CE30-4F14-ADC3-B0EF307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A60C7-82A5-470C-96F2-446E3B7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29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D15B4-510B-49AD-B731-ED07995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6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D3B04-AC35-4997-A1F8-D1C3B9A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95900"/>
            <a:ext cx="914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5A838-8DFC-41FB-9EA3-0FEB8E50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73150-71C4-462A-9CC2-E4DF7960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29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4E7E6-ED77-4C08-8754-324CE599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6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软装完善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56A57-5697-4434-9E58-45A586CD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95900"/>
            <a:ext cx="914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D620B-100B-49DD-B67E-EC9BD069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8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59CD5-2B12-4333-B610-0059B444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29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E214DE-B4D7-4BC5-B7B3-7EEBDAC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626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提案深化</a:t>
            </a:r>
          </a:p>
        </p:txBody>
      </p:sp>
    </p:spTree>
    <p:extLst>
      <p:ext uri="{BB962C8B-B14F-4D97-AF65-F5344CB8AC3E}">
        <p14:creationId xmlns:p14="http://schemas.microsoft.com/office/powerpoint/2010/main" val="132686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AF3CD-F7D8-40FE-924B-80C790B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四类 AI 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1963B-9777-4D6F-8A32-BBBE6CA0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四种 AI 任务，解决四种客户沟通问题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8216C-B2E5-4127-A3D4-068C183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每类任务都有明确输入与结果边界；目标是形成可讨论的概念方案，不承诺像素级复刻或施工级还原。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8D688-C0BE-4A3B-97F0-D6AD897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1A9F5-9871-4517-A4D7-897A11ED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85E5-E7DA-4C9F-AE7D-C5E01B3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03860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7E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464f750ee40b3"/>
          <a:srcRect xmlns:a="http://schemas.openxmlformats.org/drawingml/2006/main" l="0" t="26871" r="0" b="26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3771900" cy="37719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595B5-CED9-4E05-A830-BDE6EA5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3143250" cy="18288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5D03-CB52-403E-8D46-5FBB3FC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2FCEC-1E97-4328-ADBE-FFC1CAA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E56B9-DF01-4FBD-909C-14E21637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参考图复刻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642DD-4304-4F15-B8C2-35E11FBA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把参考图的风格语言应用到当前空间，优先遵守空间结构。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88DC-3010-41DB-BC18-C7AA58C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143250" cy="18288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11CF2-535A-4112-9A2D-E1B6D6A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B62C9-E143-42C6-B1A6-DEC8D8D4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DAEEF-48DD-4A53-9417-4ABB46BB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38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空间换风格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06891-16B6-4D1D-83E5-9EACBFAF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尽量保留结构与镜头，调整材质、家具和整体氛围。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A9095-35D1-466C-9881-C39F04AF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3143250" cy="18288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03C05-3F17-40A3-970A-46E06BCA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B21CA-AF47-4E5E-B0A3-5C092DAD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2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C455D-7A23-443D-B031-4AF99A5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576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户型生成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EB957-21CF-4434-B43E-A442484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基于正式户型的整屋或单空间数据形成概念效果。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CDB07-0B3E-4E3E-A6F0-E99F1A28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43250" cy="18288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5063D-E6AC-4D32-898A-CF52AE9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31BF3-C7D9-4B71-8E30-D011F31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D8A0D-85EB-4B62-B624-974A144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576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软装深化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7899F-95DB-4284-B9A4-EA2F7586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647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保留硬装与固定结构，优化家具、窗帘、灯具和装饰。</a:t>
            </a:r>
          </a:p>
        </p:txBody>
      </p:sp>
    </p:spTree>
    <p:extLst>
      <p:ext uri="{BB962C8B-B14F-4D97-AF65-F5344CB8AC3E}">
        <p14:creationId xmlns:p14="http://schemas.microsoft.com/office/powerpoint/2010/main" val="679124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2F087-CE01-4698-B0C5-473EE4C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设计依据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86095-CADF-4CF9-9690-A6474337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先确认设计对象，再选择整屋或单空间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046A-7119-4484-BCD9-7C0C110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正式户型为 AI 提供墙体、尺寸、层高与门窗依据，系统不再维护第二份容易偏离的户型副本。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9CFC6-7037-4697-BD77-DBAB3796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EC69F-0973-49A5-8769-D27C61C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907D0-71CB-4F20-877C-099B4CD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76250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5110dfbfb46d1"/>
          <a:srcRect xmlns:a="http://schemas.openxmlformats.org/drawingml/2006/main" l="0" t="30639" r="0" b="30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4495800" cy="37719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56CE1-504B-40A9-B16A-B334AFF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94D07-A198-40A2-957A-0181047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81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2A523-52CC-4DC5-968F-42662503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选择客户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AA689-DE6C-40FC-BB7C-0766B62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1374F-FD2C-418D-BD42-1FA4A42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6AE2D-6FE5-4EA0-8AFD-1E98FFB2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557A4-1BCD-4E60-A8CA-A4254EA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34336-8B9B-4EA3-9827-31DDBB1D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13DC-7A26-4551-A55F-4B25FD7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02EC9-4F09-4DEC-8141-25EF0751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961D-D9E0-4C78-B4E3-5AE873E4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F9718-A1F4-497A-B00B-36AE589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8D9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2908A-96FE-4E9B-83D3-41165DB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035F4-B854-4487-8F35-8A9202A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81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04639-EB02-4EFE-91FA-D2B0A63D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目标房间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5CFB9-BCB5-4CFF-BA8F-46AEBF2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33750"/>
            <a:ext cx="590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FC2C9-CF3E-4DB3-BC4C-2560894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户型生成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FC0CB-3F5F-4F74-9E7C-B7892B95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必须关联合格的正式户型，才能按整屋或单空间生成概念效果。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2B1AF-DC6A-499E-9F45-630A5E40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29150"/>
            <a:ext cx="590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9E13A-4892-4E9E-8B7B-9DF931D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57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其他三类任务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1969B-D3EE-4DA4-8BDC-003E13FA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387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可按各自需要的真实素材独立使用；如已选择客户与空间，则继续继承这些上下文。</a:t>
            </a:r>
          </a:p>
        </p:txBody>
      </p:sp>
    </p:spTree>
    <p:extLst>
      <p:ext uri="{BB962C8B-B14F-4D97-AF65-F5344CB8AC3E}">
        <p14:creationId xmlns:p14="http://schemas.microsoft.com/office/powerpoint/2010/main" val="12158818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36DC4-D967-4E94-AF9E-FAA623C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10 / 创建任务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595C0-3971-4103-A83D-7E23B769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从准备素材到生成方案，每一步都有明确提示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E45B5-F9F2-408A-9A88-2EC6BF7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任务类型、所需图片、目标风格、设计范围与点数预估在提交前可见；生成过程与失败重试也有清楚反馈。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B280B-3C3D-4700-8549-B20E381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842B8-F45C-4A2C-BC70-FAB5043B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4DE29-2B9C-4D00-A93D-82B26943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76250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2d4320f7f4418"/>
          <a:srcRect xmlns:a="http://schemas.openxmlformats.org/drawingml/2006/main" l="0" t="30639" r="0" b="30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4495800" cy="37719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59A81-8440-4D53-8006-DB2564C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84A88-E1E0-438C-A301-82110C3F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3837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E0DB7-5CA8-4578-B026-BE22787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任务与素材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7ED9B-DBB2-452A-8DE6-902ABD13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按任务提示准备参考图、空间图或正式户型。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779A1-5094-44D6-B72A-BE7CA747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48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6F97B-B1CB-453F-A2C0-0A15A51E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337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DA353-12D4-4468-9DFD-BBBD366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风格与范围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9CC8-065F-4248-B587-9B43D61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确认目标风格，以及整屋或单空间范围。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B6B1B-DD0E-44DB-914F-0FCDF127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0B279-DB77-4A39-ACF6-CC46B74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2907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49064-216F-4686-B60E-4F91A65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B893E-237A-48D3-875E-F2F5F56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100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提交前显示本次任务所需点数。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AB73F-94E8-4F02-8B49-4734529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5905500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B165B-A9FA-481E-8C9C-8A77283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1015F-ED45-4621-94FF-FE29118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48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BDD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BDD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EE21A-AB9A-4266-9458-F1121DFA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48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8A1EE-19C2-48B1-8C51-D55ED133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4825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BDD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BDD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D6748-CC3D-45F1-B50F-99DD0B86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BE4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BE4A6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A93F8-30A5-4EBF-B7C3-3C76357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9EC2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C2B4"/>
                </a:solidFill>
                <a:latin typeface="Microsoft YaHei"/>
                <a:ea typeface="Microsoft YaHei"/>
                <a:cs typeface="Microsoft YaHei"/>
              </a:rPr>
              <a:t>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09939-6486-4294-9284-30FFC4D0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48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C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27A"/>
                </a:solidFill>
                <a:latin typeface="Microsoft YaHei"/>
                <a:ea typeface="Microsoft YaHei"/>
                <a:cs typeface="Microsoft YaHei"/>
              </a:rPr>
              <a:t>失败释放 · 可重试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8F40A-6EC8-442F-848D-4A1D852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29250"/>
            <a:ext cx="535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BCD7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CD7CC"/>
                </a:solidFill>
                <a:latin typeface="Microsoft YaHei"/>
                <a:ea typeface="Microsoft YaHei"/>
                <a:cs typeface="Microsoft YaHei"/>
              </a:rPr>
              <a:t>点数与任务状态均由系统记录，客户沟通时可以说明发生了什么、下一步怎么做。</a:t>
            </a:r>
          </a:p>
        </p:txBody>
      </p:sp>
    </p:spTree>
    <p:extLst>
      <p:ext uri="{BB962C8B-B14F-4D97-AF65-F5344CB8AC3E}">
        <p14:creationId xmlns:p14="http://schemas.microsoft.com/office/powerpoint/2010/main" val="1175194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AE10F-CCE1-4799-B712-DA4204C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11 / 成果与深化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7B323-CFCD-4A7F-9AEE-673B1207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小程序快速形成沟通方案，后台继续深化和管理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11590-549D-4F25-AB9F-5FF22CE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AI 结果会回到同一客户方案中：先预览、比较与分享，再由设计师和管理者继续选择、深化与跟进。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A116C-F778-4536-BE46-174CFF0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24B92-AE96-45B7-A6C8-4E78F69B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9A52E-CC9D-426C-B828-51B27706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762500" cy="40386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6a20b33974ba9"/>
          <a:srcRect xmlns:a="http://schemas.openxmlformats.org/drawingml/2006/main" l="0" t="30595" r="0" b="30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133600"/>
            <a:ext cx="4495800" cy="37719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5BD4-FA8A-498D-84FE-BC157F5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943600" cy="1657350"/>
          </a:xfrm>
          <a:prstGeom xmlns:a="http://schemas.openxmlformats.org/drawingml/2006/main" prst="roundRect">
            <a:avLst>
              <a:gd name="adj" fmla="val 14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F737-418A-4F6C-B054-D47955AA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66DA9-CDF9-41AA-9646-3B34EDB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76475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快速沟通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9EA89-8628-454E-A462-DE68F64E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21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预览与前后对比  ·  保存与分享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继续优化  ·  查看历史记录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1B25A-7D3E-4D72-A4CA-3B948C38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48100"/>
            <a:ext cx="5943600" cy="1657350"/>
          </a:xfrm>
          <a:prstGeom xmlns:a="http://schemas.openxmlformats.org/drawingml/2006/main" prst="roundRect">
            <a:avLst>
              <a:gd name="adj" fmla="val 1494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32064-2F6A-4694-861D-F3A6BCB9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E84C9-C998-4BF1-8791-C7C4D99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243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3F7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3F7E1"/>
                </a:solidFill>
                <a:latin typeface="Microsoft YaHei"/>
                <a:ea typeface="Microsoft YaHei"/>
                <a:cs typeface="Microsoft YaHei"/>
              </a:rPr>
              <a:t>企业后台 · 深化管理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1B5F-5995-49BE-9138-AAE81DE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521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同步到同一客户方案，区分当前定稿与候选版本，给出推荐下一步；提案深化与灯光等后续工作在后台继续。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C9EE4-225E-47BA-B08B-6EF8B2A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57850"/>
            <a:ext cx="48768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B0726-19B8-42EC-8147-89C97064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43575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rPr>
              <a:t>结果是可沟通、可比较、可持续优化的概念方案，不是施工图。</a:t>
            </a:r>
          </a:p>
        </p:txBody>
      </p:sp>
    </p:spTree>
    <p:extLst>
      <p:ext uri="{BB962C8B-B14F-4D97-AF65-F5344CB8AC3E}">
        <p14:creationId xmlns:p14="http://schemas.microsoft.com/office/powerpoint/2010/main" val="15755360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20616-0807-47A7-9180-33ED04F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12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3FC77-5292-4F1C-8F69-13EA9AA9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9FB86-A6B1-4AFA-91C0-7C426EB8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AI 成果回到客户方案后，量房师、设计师和企业管理者都能在各自职责内继续推进。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CD7B2-3B7A-4BBD-A01F-3392015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BDF92-9FB7-4652-B3FD-CCF321A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5AD46-B88E-4CBC-8939-556D615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C79D3-FC20-47CB-A9AD-9D0CBA7C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B0EC1-EE57-4D14-85E6-813324E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1BE0B-1FAA-442F-B1CA-9C49DAA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A33C1-7ECD-4368-AC18-1DD0EA0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4700D-8365-4ADB-8BFD-3B4399E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F27E3-F57A-46A9-8373-796A51A8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5219-967A-43FA-9360-DA02A35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9A0B6-8F11-40D5-8FFA-0E46514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BF53E-49DF-4E6B-A70C-007AE36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05CDE-3614-4228-8474-63ADEA8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4D86A-072E-4B7C-A58A-6C0CA2A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A9065-D3F3-4FC5-BEF7-5981F78B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B5A2F-9EE6-4267-AD5E-F483071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3A95C-B8FF-4ED3-A2CE-47612212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4F451-0D22-4632-8E36-25CBD04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71402-999B-4C72-A505-50D0CA5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D0FB9-1850-412E-8295-41DC2D4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36E8D-0B4C-494D-B9EA-FD63A54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84624-155A-4828-A9DE-E87DE42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EF968-0A64-498C-B08F-26AE6F6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4D68B-6CE9-4296-9FC8-351DB697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DDA00-635C-4AC9-90B3-813E3E40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D9195-E499-4258-941E-513CC203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309212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EB2B9-8583-46AD-9B17-18E19DB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13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26FF6-B05A-4E19-B0A1-C4814B3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31844-5C19-4A1B-8F10-6823BEF3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B09A6-C90F-4ADE-AB92-6CA3385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54316-0149-4815-946F-578C156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E0511-F75E-4611-81DE-FC5671EA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464B-B709-4147-B777-BE737C5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6EFDA-9402-4D27-B506-FCECA98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ac12a23be4182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7CBB7-C7FE-4E63-B498-20E4F9B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3380F-A4B4-485F-A412-88B5E1DE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10315-F464-4C15-B690-E136989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F8F47-26B9-4BB5-A3F9-AE8D573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B2925-9A2B-427F-BDF0-6C41018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D1B3C-446F-464F-9096-E65963F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查看客户、正式户型、待办与方案进展。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87436-A66F-4C34-AE4D-A1C7A64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4D744-9F45-47F1-B912-28AA4A4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C4B7E-862F-4019-BA60-59E8E40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FF37F-04C3-43A0-9967-66EB9FF1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BF01B-E42E-4394-9C44-57DF414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A9F03-CAAF-483C-B730-543A34E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380C4-E3E4-43C0-9287-BAF11A60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81965-4C6A-4C58-ABC1-C392657E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B1500-15BA-41DE-8167-0D6DD28E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F6568-FF55-4292-BCB1-5FE2A15B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8E541-F5E4-40CD-9CEF-985DD1D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2BFC8-5BC5-4E38-BBE9-6261849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C8F5A-DA43-4A39-851A-CBE9170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1E3D7-6BE0-46E7-BCF1-C68DF23F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B6DB9-1B9D-4D3F-A1B0-7741028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点数、设备与通知等企业服务条件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D27D0-6F5F-4267-8313-6872C1C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486650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15DA4-BB53-41AB-A519-C867EB5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14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C3B6E-D14B-415C-B4CD-17B0614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F304F-5F70-438F-815A-C824A24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76887-45ED-43D9-A13A-D30FAC7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2A5AB-5596-4062-9634-469132F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6A465-FC6B-45EB-B227-1C5F98E2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DD0BD-6503-4888-AA6A-30BB281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8F717-BC93-4A67-8E69-B5AACDC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9105-E2B9-4879-826B-4BB7BF6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15527-DDD7-4F63-B3D4-1943B91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F23E6-2B35-4CE9-89BD-11A5070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E062C-C078-4C40-AB40-CF08850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5060C-E49F-4A11-B5E0-753D4997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910E5-1FE6-4BAD-BE57-694F6DDE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386A9-8938-41BA-9639-E048AAE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BFFC1-497C-4B7F-8A81-F7E85BFE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62476-4879-4E12-9A84-4E1E7954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1EC52-7773-4E95-A97A-F1395F2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31151-4758-40AF-8B3F-EA2C9E9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CA131-169D-4A00-8899-9CB8521C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A22B9-8337-441D-934B-D5EB7407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861C4-E63D-4C5E-B1C5-C19F478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633C4-8D5E-4D2B-B8B6-DFA774B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42399-BA63-4E52-A8E2-771BE821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AF4AA-2116-45B4-A40C-06A8D36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5DE06-D872-45A3-9FBC-81EB6CA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8ECB3-2438-488A-BB4B-A248458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61A5B-6362-4FFD-AA6F-609C84C7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58A57-CE62-426E-9F68-5EA04FE0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1E499-92A5-43ED-8D79-D68DEC67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DDA18-C316-4A5B-91E6-58244033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895BF-ECD1-43D8-A699-A133220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9957D-9895-48F2-90F3-CEEEC1A8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2399-FFB9-4573-913F-D46BDA43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5134C0-B13F-492B-99DE-3E3B838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83573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e162027234223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6008D-ADD6-4077-B87C-573D1135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D0F31-DD60-423F-B2E6-C73E271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接下来，用一位客户走完整流程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1C0B8-6901-4D83-9B56-BC9B1A12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从建档、量房到 AI 设计和团队接续，所有步骤围绕同一份客户资料推进。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84C27-3C2E-4E35-911D-598A6DB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44BDE-1BFB-4B6F-9EB7-D7DE128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26251-DB0B-4D44-AAFF-D313069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390A6-25C0-4743-BB0F-9ECB289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1AF93-29E2-412B-B7EF-55EC0B2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C9993-6317-47C0-9E27-DFE8A794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9EF64-120D-47D2-BDF3-08A515B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08E9F-EEEE-4C2E-A1E8-7CA18F6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229BC-5E58-4378-8693-72CAB5C1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494E0-0750-42C0-AD24-62C69814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423FC-4E61-46EC-B847-076EDDA0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E81C4-0699-4FB4-A2F3-42EC4316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411F8-59FA-49D9-B420-CBB063A9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11A8A-2F99-430D-8FEB-05681A7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6C11C-2BC5-418D-BB4A-4CF70AA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1690C-08A1-4B36-9FE1-9A1A700C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查看方案成果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44A26-5216-4B0A-8377-7F7F2A45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50B4D-458D-4F26-A287-B9122EF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9F4DE-3799-44FB-B044-9D2D744E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查看团队接续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9717F-F2D1-488F-A51F-78BABAC4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DEBAC-32BC-4F27-ADB2-3E2DB111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您将看到：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7D710-70A0-4CD7-9537-BF2EFD9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客户资料如何沉淀为正式户型，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并继续生成可沟通、可优化的设计方案。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57088-EC44-476E-A4F1-7C97BB69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B238C-F67A-48F2-915A-EBD6DCF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35333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2026-08-12T13:25:08.0590000Z</dcterms:created>
  <dcterms:modified xsi:type="dcterms:W3CDTF">2026-08-12T13:25:08.0590000Z</dcterms:modified>
</coreProperties>
</file>