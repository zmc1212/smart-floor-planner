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32835adfa14445" /><Relationship Type="http://schemas.openxmlformats.org/officeDocument/2006/relationships/extended-properties" Target="/docProps/app.xml" Id="Rde2eb359d0494bbe" /><Relationship Type="http://schemas.openxmlformats.org/officeDocument/2006/relationships/officeDocument" Target="/ppt/presentation.xml" Id="R00ed70dac08140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0e3c0a3b141a7"/>
  </p:sldMasterIdLst>
  <p:notesMasterIdLst>
    <p:notesMasterId xmlns:r="http://schemas.openxmlformats.org/officeDocument/2006/relationships" r:id="R750c19dbc45f4f49"/>
  </p:notesMasterIdLst>
  <p:sldIdLst>
    <p:sldId xmlns:r="http://schemas.openxmlformats.org/officeDocument/2006/relationships" id="256" r:id="Rd88a5db9477d4a44"/>
    <p:sldId xmlns:r="http://schemas.openxmlformats.org/officeDocument/2006/relationships" id="257" r:id="Rd6225b4e72c94fae"/>
    <p:sldId xmlns:r="http://schemas.openxmlformats.org/officeDocument/2006/relationships" id="258" r:id="R51455a6122d44fae"/>
    <p:sldId xmlns:r="http://schemas.openxmlformats.org/officeDocument/2006/relationships" id="259" r:id="Rb418f84d85c34330"/>
    <p:sldId xmlns:r="http://schemas.openxmlformats.org/officeDocument/2006/relationships" id="260" r:id="R21f69b652dd241f1"/>
    <p:sldId xmlns:r="http://schemas.openxmlformats.org/officeDocument/2006/relationships" id="261" r:id="Rbdcf4d03e72243f0"/>
    <p:sldId xmlns:r="http://schemas.openxmlformats.org/officeDocument/2006/relationships" id="262" r:id="R7c264aba25ec4309"/>
    <p:sldId xmlns:r="http://schemas.openxmlformats.org/officeDocument/2006/relationships" id="263" r:id="Rde295afc2fe747f9"/>
    <p:sldId xmlns:r="http://schemas.openxmlformats.org/officeDocument/2006/relationships" id="264" r:id="Rc7c9e5948fb34965"/>
    <p:sldId xmlns:r="http://schemas.openxmlformats.org/officeDocument/2006/relationships" id="265" r:id="R260ad19648364560"/>
    <p:sldId xmlns:r="http://schemas.openxmlformats.org/officeDocument/2006/relationships" id="266" r:id="Readdb8fa8c9f46be"/>
    <p:sldId xmlns:r="http://schemas.openxmlformats.org/officeDocument/2006/relationships" id="267" r:id="Rd2d61643809d4466"/>
    <p:sldId xmlns:r="http://schemas.openxmlformats.org/officeDocument/2006/relationships" id="268" r:id="R9faf633bd7424262"/>
    <p:sldId xmlns:r="http://schemas.openxmlformats.org/officeDocument/2006/relationships" id="269" r:id="R26ad5287eef041fc"/>
    <p:sldId xmlns:r="http://schemas.openxmlformats.org/officeDocument/2006/relationships" id="270" r:id="R24e975497f0b45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24dca3afd94735" /><Relationship Type="http://schemas.openxmlformats.org/officeDocument/2006/relationships/slideMaster" Target="/ppt/slideMasters/slideMaster1.xml" Id="R2ef0e3c0a3b141a7" /><Relationship Type="http://schemas.openxmlformats.org/officeDocument/2006/relationships/notesMaster" Target="/ppt/notesMasters/notesMaster1.xml" Id="R750c19dbc45f4f49" /><Relationship Type="http://schemas.openxmlformats.org/officeDocument/2006/relationships/presProps" Target="/ppt/presProps.xml" Id="R2363af2f404d4a9b" /><Relationship Type="http://schemas.openxmlformats.org/officeDocument/2006/relationships/tableStyles" Target="/ppt/tableStyles.xml" Id="R1791c93ad735427d" /><Relationship Type="http://schemas.openxmlformats.org/officeDocument/2006/relationships/slide" Target="/ppt/slides/slide1.xml" Id="Rd88a5db9477d4a44" /><Relationship Type="http://schemas.openxmlformats.org/officeDocument/2006/relationships/slide" Target="/ppt/slides/slide2.xml" Id="Rd6225b4e72c94fae" /><Relationship Type="http://schemas.openxmlformats.org/officeDocument/2006/relationships/slide" Target="/ppt/slides/slide3.xml" Id="R51455a6122d44fae" /><Relationship Type="http://schemas.openxmlformats.org/officeDocument/2006/relationships/slide" Target="/ppt/slides/slide4.xml" Id="Rb418f84d85c34330" /><Relationship Type="http://schemas.openxmlformats.org/officeDocument/2006/relationships/slide" Target="/ppt/slides/slide5.xml" Id="R21f69b652dd241f1" /><Relationship Type="http://schemas.openxmlformats.org/officeDocument/2006/relationships/slide" Target="/ppt/slides/slide6.xml" Id="Rbdcf4d03e72243f0" /><Relationship Type="http://schemas.openxmlformats.org/officeDocument/2006/relationships/slide" Target="/ppt/slides/slide7.xml" Id="R7c264aba25ec4309" /><Relationship Type="http://schemas.openxmlformats.org/officeDocument/2006/relationships/slide" Target="/ppt/slides/slide8.xml" Id="Rde295afc2fe747f9" /><Relationship Type="http://schemas.openxmlformats.org/officeDocument/2006/relationships/slide" Target="/ppt/slides/slide9.xml" Id="Rc7c9e5948fb34965" /><Relationship Type="http://schemas.openxmlformats.org/officeDocument/2006/relationships/slide" Target="/ppt/slides/slide10.xml" Id="R260ad19648364560" /><Relationship Type="http://schemas.openxmlformats.org/officeDocument/2006/relationships/slide" Target="/ppt/slides/slide11.xml" Id="Readdb8fa8c9f46be" /><Relationship Type="http://schemas.openxmlformats.org/officeDocument/2006/relationships/slide" Target="/ppt/slides/slide12.xml" Id="Rd2d61643809d4466" /><Relationship Type="http://schemas.openxmlformats.org/officeDocument/2006/relationships/slide" Target="/ppt/slides/slide13.xml" Id="R9faf633bd7424262" /><Relationship Type="http://schemas.openxmlformats.org/officeDocument/2006/relationships/slide" Target="/ppt/slides/slide14.xml" Id="R26ad5287eef041fc" /><Relationship Type="http://schemas.openxmlformats.org/officeDocument/2006/relationships/slide" Target="/ppt/slides/slide15.xml" Id="R24e975497f0b45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f8588f27645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154951a9f94f78" /><Relationship Type="http://schemas.openxmlformats.org/officeDocument/2006/relationships/notesMaster" Target="/ppt/notesMasters/notesMaster1.xml" Id="R379bedbc53ad40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83ddb889540a4" /><Relationship Type="http://schemas.openxmlformats.org/officeDocument/2006/relationships/notesMaster" Target="/ppt/notesMasters/notesMaster1.xml" Id="R3d7c64a64671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e3b0e19a34d61" /><Relationship Type="http://schemas.openxmlformats.org/officeDocument/2006/relationships/notesMaster" Target="/ppt/notesMasters/notesMaster1.xml" Id="R5a1615ea653e40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77f2ecbacd49ee" /><Relationship Type="http://schemas.openxmlformats.org/officeDocument/2006/relationships/notesMaster" Target="/ppt/notesMasters/notesMaster1.xml" Id="Rdce90594546740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18d92708c4557" /><Relationship Type="http://schemas.openxmlformats.org/officeDocument/2006/relationships/notesMaster" Target="/ppt/notesMasters/notesMaster1.xml" Id="Ra1017027f1e94f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cda17f11e4d0a" /><Relationship Type="http://schemas.openxmlformats.org/officeDocument/2006/relationships/notesMaster" Target="/ppt/notesMasters/notesMaster1.xml" Id="R47afe41000e346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16f5f8bdea43e3" /><Relationship Type="http://schemas.openxmlformats.org/officeDocument/2006/relationships/notesMaster" Target="/ppt/notesMasters/notesMaster1.xml" Id="Ra429a309bce142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33510bf874483d" /><Relationship Type="http://schemas.openxmlformats.org/officeDocument/2006/relationships/notesMaster" Target="/ppt/notesMasters/notesMaster1.xml" Id="R78a58c86411e42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208e708c6745e2" /><Relationship Type="http://schemas.openxmlformats.org/officeDocument/2006/relationships/notesMaster" Target="/ppt/notesMasters/notesMaster1.xml" Id="Rd05ef2fb23fb48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8945a1c59e4bda" /><Relationship Type="http://schemas.openxmlformats.org/officeDocument/2006/relationships/notesMaster" Target="/ppt/notesMasters/notesMaster1.xml" Id="Ra6bcdb6fa57544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5e9b73646b4393" /><Relationship Type="http://schemas.openxmlformats.org/officeDocument/2006/relationships/notesMaster" Target="/ppt/notesMasters/notesMaster1.xml" Id="Rd26c4c11e0eb48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5132c38dba4c26" /><Relationship Type="http://schemas.openxmlformats.org/officeDocument/2006/relationships/notesMaster" Target="/ppt/notesMasters/notesMaster1.xml" Id="Rbfd261e6e6d54f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a4104a2b994868" /><Relationship Type="http://schemas.openxmlformats.org/officeDocument/2006/relationships/notesMaster" Target="/ppt/notesMasters/notesMaster1.xml" Id="Rb7ac21a6054844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5dffa9b4ab4c89" /><Relationship Type="http://schemas.openxmlformats.org/officeDocument/2006/relationships/notesMaster" Target="/ppt/notesMasters/notesMaster1.xml" Id="Rf40fe0fa044d45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2050b35a2946c9" /><Relationship Type="http://schemas.openxmlformats.org/officeDocument/2006/relationships/notesMaster" Target="/ppt/notesMasters/notesMaster1.xml" Id="R3fb170af18d949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of truth: docs/admin-system-modules.zh-CN.md; docs/miniprogram-system-modules.zh-CN.md (accessed 2026-08-13)</a:t>
            </a:r>
          </a:p>
          <a:p xmlns:a="http://schemas.openxmlformats.org/drawingml/2006/main">
            <a:r>
              <a:t>- Generated visual A: design-references/presentation-owner-sales-2026-08/sub2api-20260813-011942-1.png; Sub2API gpt-image-2; generated 2026-08-13</a:t>
            </a:r>
          </a:p>
          <a:p xmlns:a="http://schemas.openxmlformats.org/drawingml/2006/main">
            <a:r>
              <a:t>- Generated visual B: design-references/presentation-owner-sales-2026-08/sub2api-20260813-012116-1.png; Sub2API gpt-image-2; generated 2026-08-13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f463078a2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1001b6a9f046b1" /><Relationship Type="http://schemas.openxmlformats.org/officeDocument/2006/relationships/slideLayout" Target="/ppt/slideLayouts/slideLayout1.xml" Id="Rf3ee85a975c44f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e85a975c44f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5ace76e0d4257" /><Relationship Type="http://schemas.openxmlformats.org/officeDocument/2006/relationships/image" Target="/ppt/media/image.png" Id="Rf9f524ee10bf4385" /><Relationship Type="http://schemas.openxmlformats.org/officeDocument/2006/relationships/image" Target="/ppt/media/image2.png" Id="R1377d77861074db5" /><Relationship Type="http://schemas.openxmlformats.org/officeDocument/2006/relationships/notesSlide" Target="/ppt/notesSlides/notesSlide1.xml" Id="R69eb85242c1741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68d88c05540b0" /><Relationship Type="http://schemas.openxmlformats.org/officeDocument/2006/relationships/notesSlide" Target="/ppt/notesSlides/notesSlide2.xml" Id="Re418b60008fb4f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de744cd584421" /><Relationship Type="http://schemas.openxmlformats.org/officeDocument/2006/relationships/notesSlide" Target="/ppt/notesSlides/notesSlide3.xml" Id="R69e34e127a1048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b6e5bc34d4cf8" /><Relationship Type="http://schemas.openxmlformats.org/officeDocument/2006/relationships/image" Target="/ppt/media/image3.png" Id="Rf3780aea117e44e5" /><Relationship Type="http://schemas.openxmlformats.org/officeDocument/2006/relationships/image" Target="/ppt/media/image4.png" Id="Rc801387c7b944ebb" /><Relationship Type="http://schemas.openxmlformats.org/officeDocument/2006/relationships/notesSlide" Target="/ppt/notesSlides/notesSlide4.xml" Id="R5cefb5ebf0334e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13af5aa474b40" /><Relationship Type="http://schemas.openxmlformats.org/officeDocument/2006/relationships/image" Target="/ppt/media/image5.png" Id="R573863cf88fa4c6e" /><Relationship Type="http://schemas.openxmlformats.org/officeDocument/2006/relationships/image" Target="/ppt/media/image6.png" Id="R28dfd7469a984230" /><Relationship Type="http://schemas.openxmlformats.org/officeDocument/2006/relationships/image" Target="/ppt/media/image7.png" Id="Rcf89d7f856a34ef9" /><Relationship Type="http://schemas.openxmlformats.org/officeDocument/2006/relationships/notesSlide" Target="/ppt/notesSlides/notesSlide5.xml" Id="R1942d5c0104747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cab72d52c4458" /><Relationship Type="http://schemas.openxmlformats.org/officeDocument/2006/relationships/image" Target="/ppt/media/image.jpeg" Id="R73c5d85da6844bcd" /><Relationship Type="http://schemas.openxmlformats.org/officeDocument/2006/relationships/image" Target="/ppt/media/image2.jpeg" Id="R86f3cd52a6414b8c" /><Relationship Type="http://schemas.openxmlformats.org/officeDocument/2006/relationships/image" Target="/ppt/media/image3.jpeg" Id="R9a450f7a409d4f01" /><Relationship Type="http://schemas.openxmlformats.org/officeDocument/2006/relationships/notesSlide" Target="/ppt/notesSlides/notesSlide6.xml" Id="R69fa4c69a72d42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6ee413dc74f6a" /><Relationship Type="http://schemas.openxmlformats.org/officeDocument/2006/relationships/image" Target="/ppt/media/image4.jpeg" Id="R8b58014e721d4e25" /><Relationship Type="http://schemas.openxmlformats.org/officeDocument/2006/relationships/image" Target="/ppt/media/image5.jpeg" Id="R132637cc29e444b0" /><Relationship Type="http://schemas.openxmlformats.org/officeDocument/2006/relationships/image" Target="/ppt/media/image6.jpeg" Id="Rb4dc08b482124a40" /><Relationship Type="http://schemas.openxmlformats.org/officeDocument/2006/relationships/notesSlide" Target="/ppt/notesSlides/notesSlide7.xml" Id="R3a458f9de2b3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c8f56d17e4772" /><Relationship Type="http://schemas.openxmlformats.org/officeDocument/2006/relationships/image" Target="/ppt/media/image8.png" Id="R94b12b43f3454c3d" /><Relationship Type="http://schemas.openxmlformats.org/officeDocument/2006/relationships/image" Target="/ppt/media/image9.png" Id="Rac19d9182dd04ce4" /><Relationship Type="http://schemas.openxmlformats.org/officeDocument/2006/relationships/notesSlide" Target="/ppt/notesSlides/notesSlide8.xml" Id="Rf6fbb53aa18647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fc11718664ff1" /><Relationship Type="http://schemas.openxmlformats.org/officeDocument/2006/relationships/notesSlide" Target="/ppt/notesSlides/notesSlide9.xml" Id="R6e6c959aebde41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b336430424041" /><Relationship Type="http://schemas.openxmlformats.org/officeDocument/2006/relationships/image" Target="/ppt/media/image10.png" Id="R94db8b62037042ad" /><Relationship Type="http://schemas.openxmlformats.org/officeDocument/2006/relationships/notesSlide" Target="/ppt/notesSlides/notesSlide10.xml" Id="R3a8861ccfc264c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98daadfa140d7" /><Relationship Type="http://schemas.openxmlformats.org/officeDocument/2006/relationships/notesSlide" Target="/ppt/notesSlides/notesSlide11.xml" Id="R96bbe5e6692848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f9b50f1434c55" /><Relationship Type="http://schemas.openxmlformats.org/officeDocument/2006/relationships/image" Target="/ppt/media/image11.png" Id="R4e5d62df0cb243d3" /><Relationship Type="http://schemas.openxmlformats.org/officeDocument/2006/relationships/notesSlide" Target="/ppt/notesSlides/notesSlide12.xml" Id="R071408b2a97a4a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5ed58564e4d0c" /><Relationship Type="http://schemas.openxmlformats.org/officeDocument/2006/relationships/image" Target="/ppt/media/image7.jpeg" Id="R71008cc87f9c4250" /><Relationship Type="http://schemas.openxmlformats.org/officeDocument/2006/relationships/image" Target="/ppt/media/image8.jpeg" Id="R5fa92dabc3c242c8" /><Relationship Type="http://schemas.openxmlformats.org/officeDocument/2006/relationships/notesSlide" Target="/ppt/notesSlides/notesSlide13.xml" Id="R347826376a8e48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5574409de4b7d" /><Relationship Type="http://schemas.openxmlformats.org/officeDocument/2006/relationships/image" Target="/ppt/media/image9.jpeg" Id="R18bff1cc68864514" /><Relationship Type="http://schemas.openxmlformats.org/officeDocument/2006/relationships/image" Target="/ppt/media/image10.jpeg" Id="R823fc48cac224ca6" /><Relationship Type="http://schemas.openxmlformats.org/officeDocument/2006/relationships/image" Target="/ppt/media/image11.jpeg" Id="Rf53bfcf490ac484d" /><Relationship Type="http://schemas.openxmlformats.org/officeDocument/2006/relationships/notesSlide" Target="/ppt/notesSlides/notesSlide14.xml" Id="R124cd24db29a4f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a2d677ad74bcc" /><Relationship Type="http://schemas.openxmlformats.org/officeDocument/2006/relationships/notesSlide" Target="/ppt/notesSlides/notesSlide15.xml" Id="R1adbc83df0204b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524ee10bf4385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7d77861074db5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老板销售版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老板为什么需要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老板看不见下一步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80aea117e44e5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1387c7b944ebb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863cf88fa4c6e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fd7469a984230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9d7f856a34ef9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5d85da6844bcd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3cd52a6414b8c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50f7a409d4f01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8014e721d4e25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637cc29e444b0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c08b482124a40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少返工、快沟通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量房资料直接变成方案，团队少返工，客户少等待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设计师不再从聊天记录和手绘尺寸重新拼资料；围绕同一客户、同一户型持续出方案、改方案。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量房到方案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设计师：接手就能出首轮方案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老板：方案和责任都留在客户名下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老板得到的结果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少一次资料重整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少一轮重复确认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方案更快给客户看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人员变化也能接着做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前端更快谈方案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后台保留过程与成果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12b43f3454c3d"/>
          <a:srcRect xmlns:a="http://schemas.openxmlformats.org/drawingml/2006/main" l="37019" t="0" r="37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9d9182dd04ce4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一线轻、老板清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一线在客户现场完成动作，老板在后台掌握全局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员工用小程序完成建档、量房、看户型和发起设计；老板用后台看客户推进、团队责任和方案沉淀。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一线执行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b8b62037042ad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接待与量房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客户建档、正式量房，一次完成。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方案与跟进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查看户型、发起设计，继续当前客户。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老板看全局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客户进展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谁在跟、走到哪、下一步是什么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团队与权限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成员、岗位与数据边界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方案与成本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任务记录、方案版本与使用成本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一线操作更轻，老板管理更清，新人接手和门店复制更容易。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试点与采购构成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先用一条真实客户流程验证：能否少返工、快出方案、顺利交接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建议从一家门店、一组真实客户开始；验证有效后，再确认账号规模、AI 使用和可选设备。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选择一家门店和一组真实客户流程。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业务、量房、设计和管理各明确一名负责人。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开通组织、角色与客户数据访问范围。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3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服务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确认可用能力、使用额度和异常处理规则。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需要时配置兼容并授权的蓝牙测距设备。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实施支持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完成培训、现场演示与试点复盘。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试点方案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d62df0cb243d3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先走通张女士这一条真实客户流程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不先讨论所有功能，先验证客户资料、正式量房、AI 方案和团队接续能否在一家门店顺利运行。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确认试点团队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准备企业账号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选择真实客户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复盘是否扩大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试点成功标准：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不重复建档 · 正式户型可被设计直接使用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结果留在同一客户下 · 管理者看得见阶段与责任人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老板销售版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四类常用 AI 任务，覆盖从首轮方案到持续深化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设计师按任务选择现成能力，不必每次研究复杂提示词；客户更快看到可比较的方案。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08cc87f9c4250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92dabc3c242c8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模板库证据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真正的价值不是模板多，而是常见家装任务有人接得住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当前能力库覆盖毛坯装修、风格迁移、户型诊断和局部深化；以下用三个示例说明真实用途。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ff1cc68864514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fc48cac224ca6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当前能力库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持续维护常用家装任务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选择原则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家装高频 | 结果可比较 | 客户易沟通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bfcf490ac484d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使用条件与边界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账号、户型和团队权限准备好，试点才能真正跑通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这些不是销售口号，而是开始试点前双方必须确认的运行条件。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企业已开通对应能力，并具备可用额度和有效服务配置。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2026-08-13T01:24:12.8430000Z</dcterms:created>
  <dcterms:modified xsi:type="dcterms:W3CDTF">2026-08-13T01:24:12.8430000Z</dcterms:modified>
</coreProperties>
</file>