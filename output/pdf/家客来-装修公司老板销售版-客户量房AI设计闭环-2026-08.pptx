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f7714dcd94f87" /><Relationship Type="http://schemas.openxmlformats.org/officeDocument/2006/relationships/extended-properties" Target="/docProps/app.xml" Id="R953e23afab884149" /><Relationship Type="http://schemas.openxmlformats.org/officeDocument/2006/relationships/officeDocument" Target="/ppt/presentation.xml" Id="R3c2e7a8fe5d3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39027f7a2b4f80"/>
  </p:sldMasterIdLst>
  <p:notesMasterIdLst>
    <p:notesMasterId xmlns:r="http://schemas.openxmlformats.org/officeDocument/2006/relationships" r:id="R79b463b00a454365"/>
  </p:notesMasterIdLst>
  <p:sldIdLst>
    <p:sldId xmlns:r="http://schemas.openxmlformats.org/officeDocument/2006/relationships" id="256" r:id="R93e14a6ed8704f75"/>
    <p:sldId xmlns:r="http://schemas.openxmlformats.org/officeDocument/2006/relationships" id="257" r:id="Rd221fe44bf0a4d1c"/>
    <p:sldId xmlns:r="http://schemas.openxmlformats.org/officeDocument/2006/relationships" id="258" r:id="R8e42be3482f0494a"/>
    <p:sldId xmlns:r="http://schemas.openxmlformats.org/officeDocument/2006/relationships" id="259" r:id="Rec546aec242d419f"/>
    <p:sldId xmlns:r="http://schemas.openxmlformats.org/officeDocument/2006/relationships" id="260" r:id="Rc8ae59122f5f4cac"/>
    <p:sldId xmlns:r="http://schemas.openxmlformats.org/officeDocument/2006/relationships" id="261" r:id="R5e9ba4e5d9ae443d"/>
    <p:sldId xmlns:r="http://schemas.openxmlformats.org/officeDocument/2006/relationships" id="262" r:id="R15f292f579eb442b"/>
    <p:sldId xmlns:r="http://schemas.openxmlformats.org/officeDocument/2006/relationships" id="263" r:id="R4851d46a6d60451a"/>
    <p:sldId xmlns:r="http://schemas.openxmlformats.org/officeDocument/2006/relationships" id="264" r:id="R3c0add548e7942d9"/>
    <p:sldId xmlns:r="http://schemas.openxmlformats.org/officeDocument/2006/relationships" id="265" r:id="R99716877af134928"/>
    <p:sldId xmlns:r="http://schemas.openxmlformats.org/officeDocument/2006/relationships" id="266" r:id="Reda5bc5e83694ea3"/>
    <p:sldId xmlns:r="http://schemas.openxmlformats.org/officeDocument/2006/relationships" id="267" r:id="R4e21b60e82494924"/>
    <p:sldId xmlns:r="http://schemas.openxmlformats.org/officeDocument/2006/relationships" id="268" r:id="Rb349d80238c64d8a"/>
    <p:sldId xmlns:r="http://schemas.openxmlformats.org/officeDocument/2006/relationships" id="269" r:id="Ra89e0b3dd4e240e5"/>
    <p:sldId xmlns:r="http://schemas.openxmlformats.org/officeDocument/2006/relationships" id="270" r:id="Rabf7724d211744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3429ae7bd49e1" /><Relationship Type="http://schemas.openxmlformats.org/officeDocument/2006/relationships/slideMaster" Target="/ppt/slideMasters/slideMaster1.xml" Id="R1a39027f7a2b4f80" /><Relationship Type="http://schemas.openxmlformats.org/officeDocument/2006/relationships/notesMaster" Target="/ppt/notesMasters/notesMaster1.xml" Id="R79b463b00a454365" /><Relationship Type="http://schemas.openxmlformats.org/officeDocument/2006/relationships/presProps" Target="/ppt/presProps.xml" Id="Rcff2a7a8cd6446e1" /><Relationship Type="http://schemas.openxmlformats.org/officeDocument/2006/relationships/tableStyles" Target="/ppt/tableStyles.xml" Id="Rf31a59eff1544853" /><Relationship Type="http://schemas.openxmlformats.org/officeDocument/2006/relationships/slide" Target="/ppt/slides/slide1.xml" Id="R93e14a6ed8704f75" /><Relationship Type="http://schemas.openxmlformats.org/officeDocument/2006/relationships/slide" Target="/ppt/slides/slide2.xml" Id="Rd221fe44bf0a4d1c" /><Relationship Type="http://schemas.openxmlformats.org/officeDocument/2006/relationships/slide" Target="/ppt/slides/slide3.xml" Id="R8e42be3482f0494a" /><Relationship Type="http://schemas.openxmlformats.org/officeDocument/2006/relationships/slide" Target="/ppt/slides/slide4.xml" Id="Rec546aec242d419f" /><Relationship Type="http://schemas.openxmlformats.org/officeDocument/2006/relationships/slide" Target="/ppt/slides/slide5.xml" Id="Rc8ae59122f5f4cac" /><Relationship Type="http://schemas.openxmlformats.org/officeDocument/2006/relationships/slide" Target="/ppt/slides/slide6.xml" Id="R5e9ba4e5d9ae443d" /><Relationship Type="http://schemas.openxmlformats.org/officeDocument/2006/relationships/slide" Target="/ppt/slides/slide7.xml" Id="R15f292f579eb442b" /><Relationship Type="http://schemas.openxmlformats.org/officeDocument/2006/relationships/slide" Target="/ppt/slides/slide8.xml" Id="R4851d46a6d60451a" /><Relationship Type="http://schemas.openxmlformats.org/officeDocument/2006/relationships/slide" Target="/ppt/slides/slide9.xml" Id="R3c0add548e7942d9" /><Relationship Type="http://schemas.openxmlformats.org/officeDocument/2006/relationships/slide" Target="/ppt/slides/slide10.xml" Id="R99716877af134928" /><Relationship Type="http://schemas.openxmlformats.org/officeDocument/2006/relationships/slide" Target="/ppt/slides/slide11.xml" Id="Reda5bc5e83694ea3" /><Relationship Type="http://schemas.openxmlformats.org/officeDocument/2006/relationships/slide" Target="/ppt/slides/slide12.xml" Id="R4e21b60e82494924" /><Relationship Type="http://schemas.openxmlformats.org/officeDocument/2006/relationships/slide" Target="/ppt/slides/slide13.xml" Id="Rb349d80238c64d8a" /><Relationship Type="http://schemas.openxmlformats.org/officeDocument/2006/relationships/slide" Target="/ppt/slides/slide14.xml" Id="Ra89e0b3dd4e240e5" /><Relationship Type="http://schemas.openxmlformats.org/officeDocument/2006/relationships/slide" Target="/ppt/slides/slide15.xml" Id="Rabf7724d211744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27f1a2234046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c71edb356945e1" /><Relationship Type="http://schemas.openxmlformats.org/officeDocument/2006/relationships/notesMaster" Target="/ppt/notesMasters/notesMaster1.xml" Id="Ra8bae8e2d5634b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f37d50e082432f" /><Relationship Type="http://schemas.openxmlformats.org/officeDocument/2006/relationships/notesMaster" Target="/ppt/notesMasters/notesMaster1.xml" Id="R2254620024cf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70fd53b1964fc0" /><Relationship Type="http://schemas.openxmlformats.org/officeDocument/2006/relationships/notesMaster" Target="/ppt/notesMasters/notesMaster1.xml" Id="Rc7ea3505967f48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c8112b70704938" /><Relationship Type="http://schemas.openxmlformats.org/officeDocument/2006/relationships/notesMaster" Target="/ppt/notesMasters/notesMaster1.xml" Id="Re051d78c51fd4d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01a6c8bc3a4f1c" /><Relationship Type="http://schemas.openxmlformats.org/officeDocument/2006/relationships/notesMaster" Target="/ppt/notesMasters/notesMaster1.xml" Id="R8ec123f581314e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dba64307424192" /><Relationship Type="http://schemas.openxmlformats.org/officeDocument/2006/relationships/notesMaster" Target="/ppt/notesMasters/notesMaster1.xml" Id="R5b056656881d41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c7a68ce34d4535" /><Relationship Type="http://schemas.openxmlformats.org/officeDocument/2006/relationships/notesMaster" Target="/ppt/notesMasters/notesMaster1.xml" Id="R2fcb27e080dc49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43d3c4cd9e457f" /><Relationship Type="http://schemas.openxmlformats.org/officeDocument/2006/relationships/notesMaster" Target="/ppt/notesMasters/notesMaster1.xml" Id="R8d9c7014405c4a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e0429f530e4215" /><Relationship Type="http://schemas.openxmlformats.org/officeDocument/2006/relationships/notesMaster" Target="/ppt/notesMasters/notesMaster1.xml" Id="R8499bab871bd4b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8c668ec0d541b4" /><Relationship Type="http://schemas.openxmlformats.org/officeDocument/2006/relationships/notesMaster" Target="/ppt/notesMasters/notesMaster1.xml" Id="Ra94a0981f8c640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004c07825241cf" /><Relationship Type="http://schemas.openxmlformats.org/officeDocument/2006/relationships/notesMaster" Target="/ppt/notesMasters/notesMaster1.xml" Id="Rbff8c4a589fe4f9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95de5fddec4e1d" /><Relationship Type="http://schemas.openxmlformats.org/officeDocument/2006/relationships/notesMaster" Target="/ppt/notesMasters/notesMaster1.xml" Id="R248946963b0f4b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061a16d4314539" /><Relationship Type="http://schemas.openxmlformats.org/officeDocument/2006/relationships/notesMaster" Target="/ppt/notesMasters/notesMaster1.xml" Id="R4dade0e7dc7943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c10636807d4d07" /><Relationship Type="http://schemas.openxmlformats.org/officeDocument/2006/relationships/notesMaster" Target="/ppt/notesMasters/notesMaster1.xml" Id="R6a92e3990ce544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2d90d2afb1428d" /><Relationship Type="http://schemas.openxmlformats.org/officeDocument/2006/relationships/notesMaster" Target="/ppt/notesMasters/notesMaster1.xml" Id="Re39460d9f2d246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module inventories for customer records, formal surveying, AI design, team roles, and product boundaries.</a:t>
            </a:r>
          </a:p>
          <a:p xmlns:a="http://schemas.openxmlformats.org/drawingml/2006/main">
            <a:r>
              <a:t>- Brand hero and logo inherited from the supplied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customer-record and surveying module inventories.</a:t>
            </a:r>
          </a:p>
          <a:p xmlns:a="http://schemas.openxmlformats.org/drawingml/2006/main">
            <a:r>
              <a:t>- This slide describes operating pain and does not claim measured financial or conversion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customer-stage, formal-floor-plan, AI workflow, and role-handoff contracts in the repository module inventories.</a:t>
            </a:r>
          </a:p>
          <a:p xmlns:a="http://schemas.openxmlformats.org/drawingml/2006/main">
            <a:r>
              <a:t>- 张女士 is the deck's illustrative customer identity, not a claimed customer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customer-record and formal-plan association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docs/surveying-module/README.md and formal-surveying.md: millimetre wall graph, manual/BLE input, doors/openings, closed spaces, and formal-plan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demonstration images produced with OpenAI built-in image generation from the same empty-room reference: owner-sales-modern-cream-v2.jpg, owner-sales-modern-french-v2.jpg, owner-sales-modern-chinese-v2.jpg.</a:t>
            </a:r>
          </a:p>
          <a:p xmlns:a="http://schemas.openxmlformats.org/drawingml/2006/main">
            <a:r>
              <a:t>- Images demonstrate concept comparison only; they are not runtime screenshots or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demonstration assets inherited from the supplied source deck: empty-room to modern-cream comparison and local material replacement.</a:t>
            </a:r>
          </a:p>
          <a:p xmlns:a="http://schemas.openxmlformats.org/drawingml/2006/main">
            <a:r>
              <a:t>- Current AI workflow contract: successful results remain in the customer/formal-plan workflow and may be continued by supported stages.</a:t>
            </a:r>
          </a:p>
          <a:p xmlns:a="http://schemas.openxmlformats.org/drawingml/2006/main">
            <a:r>
              <a:t>- Demonstration images are not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AI contract: required inputs, target context, progress, enterprise credits, success deduction, failure release, and retry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role, permission, customer-stage, formal-plan, and AI workflow contracts in the repository module inventories.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inherited from the supplied source deck.</a:t>
            </a:r>
          </a:p>
          <a:p xmlns:a="http://schemas.openxmlformats.org/drawingml/2006/main">
            <a:r>
              <a:t>- Current Mini Program and Admin module inventories for field execution, organization, permissions, customers, formal plans, and AI workflow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and purchasing checklist for customer discussion.</a:t>
            </a:r>
          </a:p>
          <a:p xmlns:a="http://schemas.openxmlformats.org/drawingml/2006/main">
            <a:r>
              <a:t>- Product facts grounded in current enterprise-account, role-permission, AI-credit, optional BLE-device, and service-configuration contracts.</a:t>
            </a:r>
          </a:p>
          <a:p xmlns:a="http://schemas.openxmlformats.org/drawingml/2006/main">
            <a:r>
              <a:t>- No fixed price, duration, or performance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next-step and observable pilot acceptance criteria.</a:t>
            </a:r>
          </a:p>
          <a:p xmlns:a="http://schemas.openxmlformats.org/drawingml/2006/main">
            <a:r>
              <a:t>- No customer outcome or conversion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Mini Program and Admin AI capabilities: reference recreation, whole-space style transformation, formal-floor-plan concept rendering, and soft-furnishing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prompt-library active revision published 2026-08-01 with 960 enabled templates.</a:t>
            </a:r>
          </a:p>
          <a:p xmlns:a="http://schemas.openxmlformats.org/drawingml/2006/main">
            <a:r>
              <a:t>- Shown inherited preview assets correspond to modern-cream rough-home renovation, French rough-home renovation, and floor-plan problem diagnosis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product boundaries: valid enterprise account and services; optional compatible authorized BLE device or manual entry; completed valid version-4 formal plan with closed space; AI permission and credits; concept-only AI output; role-scoped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15c5899e3e4f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4586ddaddc45b3" /><Relationship Type="http://schemas.openxmlformats.org/officeDocument/2006/relationships/slideLayout" Target="/ppt/slideLayouts/slideLayout1.xml" Id="R920c30bd42404f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0c30bd42404f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6d657cf9e4d18" /><Relationship Type="http://schemas.openxmlformats.org/officeDocument/2006/relationships/image" Target="/ppt/media/image.png" Id="R4da8fe9dee2b4446" /><Relationship Type="http://schemas.openxmlformats.org/officeDocument/2006/relationships/image" Target="/ppt/media/image2.png" Id="Rc867a1b52c1d407a" /><Relationship Type="http://schemas.openxmlformats.org/officeDocument/2006/relationships/notesSlide" Target="/ppt/notesSlides/notesSlide1.xml" Id="Rd7c513b7238841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c8d433f874e3d" /><Relationship Type="http://schemas.openxmlformats.org/officeDocument/2006/relationships/notesSlide" Target="/ppt/notesSlides/notesSlide2.xml" Id="R78ede4f567d248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c43deb93448e8" /><Relationship Type="http://schemas.openxmlformats.org/officeDocument/2006/relationships/notesSlide" Target="/ppt/notesSlides/notesSlide3.xml" Id="Rc7a22f823a0c40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6d4e71fe849a9" /><Relationship Type="http://schemas.openxmlformats.org/officeDocument/2006/relationships/image" Target="/ppt/media/image3.png" Id="R06de46bd11ca4e3b" /><Relationship Type="http://schemas.openxmlformats.org/officeDocument/2006/relationships/image" Target="/ppt/media/image4.png" Id="R1375e5999f5644db" /><Relationship Type="http://schemas.openxmlformats.org/officeDocument/2006/relationships/notesSlide" Target="/ppt/notesSlides/notesSlide4.xml" Id="R4b0640fb5f244e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b6ffa861c4206" /><Relationship Type="http://schemas.openxmlformats.org/officeDocument/2006/relationships/image" Target="/ppt/media/image5.png" Id="Rabd78d835c0c4f0e" /><Relationship Type="http://schemas.openxmlformats.org/officeDocument/2006/relationships/image" Target="/ppt/media/image6.png" Id="R523042ae31a240e9" /><Relationship Type="http://schemas.openxmlformats.org/officeDocument/2006/relationships/image" Target="/ppt/media/image7.png" Id="R98d056d2e1274d95" /><Relationship Type="http://schemas.openxmlformats.org/officeDocument/2006/relationships/notesSlide" Target="/ppt/notesSlides/notesSlide5.xml" Id="Re4fd3ac459bb49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5a3b4936c495a" /><Relationship Type="http://schemas.openxmlformats.org/officeDocument/2006/relationships/image" Target="/ppt/media/image.jpeg" Id="Rebbe9097472149a2" /><Relationship Type="http://schemas.openxmlformats.org/officeDocument/2006/relationships/image" Target="/ppt/media/image2.jpeg" Id="Ra189e9b09e3447ea" /><Relationship Type="http://schemas.openxmlformats.org/officeDocument/2006/relationships/image" Target="/ppt/media/image3.jpeg" Id="R469df4340739498c" /><Relationship Type="http://schemas.openxmlformats.org/officeDocument/2006/relationships/notesSlide" Target="/ppt/notesSlides/notesSlide6.xml" Id="Raf5d86d880a74e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15a53d4bf4aeb" /><Relationship Type="http://schemas.openxmlformats.org/officeDocument/2006/relationships/image" Target="/ppt/media/image4.jpeg" Id="R5170c5d70df74957" /><Relationship Type="http://schemas.openxmlformats.org/officeDocument/2006/relationships/image" Target="/ppt/media/image5.jpeg" Id="Rab486392c05644ca" /><Relationship Type="http://schemas.openxmlformats.org/officeDocument/2006/relationships/image" Target="/ppt/media/image6.jpeg" Id="R18fd5458beff4b9b" /><Relationship Type="http://schemas.openxmlformats.org/officeDocument/2006/relationships/notesSlide" Target="/ppt/notesSlides/notesSlide7.xml" Id="R0725187edee244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1c1da99d74893" /><Relationship Type="http://schemas.openxmlformats.org/officeDocument/2006/relationships/image" Target="/ppt/media/image8.png" Id="R1bf73fbc51ea4399" /><Relationship Type="http://schemas.openxmlformats.org/officeDocument/2006/relationships/image" Target="/ppt/media/image9.png" Id="Re535c6ad66f54be6" /><Relationship Type="http://schemas.openxmlformats.org/officeDocument/2006/relationships/notesSlide" Target="/ppt/notesSlides/notesSlide8.xml" Id="R6192c669a84f47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98bc93ce646c9" /><Relationship Type="http://schemas.openxmlformats.org/officeDocument/2006/relationships/notesSlide" Target="/ppt/notesSlides/notesSlide9.xml" Id="Rc5c7ec05305141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af6040d724263" /><Relationship Type="http://schemas.openxmlformats.org/officeDocument/2006/relationships/image" Target="/ppt/media/image10.png" Id="R84867102a15b487e" /><Relationship Type="http://schemas.openxmlformats.org/officeDocument/2006/relationships/notesSlide" Target="/ppt/notesSlides/notesSlide10.xml" Id="R183dedbf9ae343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dcdc9640d42e6" /><Relationship Type="http://schemas.openxmlformats.org/officeDocument/2006/relationships/notesSlide" Target="/ppt/notesSlides/notesSlide11.xml" Id="R74012b8d38e84a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4a47883624f45" /><Relationship Type="http://schemas.openxmlformats.org/officeDocument/2006/relationships/image" Target="/ppt/media/image11.png" Id="Re2bf8ac20fbf41fd" /><Relationship Type="http://schemas.openxmlformats.org/officeDocument/2006/relationships/notesSlide" Target="/ppt/notesSlides/notesSlide12.xml" Id="R8cef71513ccd4ed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7f9cf0d6e4256" /><Relationship Type="http://schemas.openxmlformats.org/officeDocument/2006/relationships/image" Target="/ppt/media/image7.jpeg" Id="R8af90af22b9f4981" /><Relationship Type="http://schemas.openxmlformats.org/officeDocument/2006/relationships/image" Target="/ppt/media/image8.jpeg" Id="Ra2ebc00424084050" /><Relationship Type="http://schemas.openxmlformats.org/officeDocument/2006/relationships/notesSlide" Target="/ppt/notesSlides/notesSlide13.xml" Id="R847393b7337549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a79aa08bd4873" /><Relationship Type="http://schemas.openxmlformats.org/officeDocument/2006/relationships/image" Target="/ppt/media/image9.jpeg" Id="R0e1315e17950427d" /><Relationship Type="http://schemas.openxmlformats.org/officeDocument/2006/relationships/image" Target="/ppt/media/image10.jpeg" Id="Rfab41800266f4532" /><Relationship Type="http://schemas.openxmlformats.org/officeDocument/2006/relationships/image" Target="/ppt/media/image11.jpeg" Id="R80c8e26ba9af40db" /><Relationship Type="http://schemas.openxmlformats.org/officeDocument/2006/relationships/notesSlide" Target="/ppt/notesSlides/notesSlide14.xml" Id="Rbf82f79b764d45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9381a6efb4346" /><Relationship Type="http://schemas.openxmlformats.org/officeDocument/2006/relationships/notesSlide" Target="/ppt/notesSlides/notesSlide15.xml" Id="R743032ff832946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8fe9dee2b4446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7a1b52c1d407a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量房成果沉淀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设计直接接手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客户更快看方案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家客来把客户档案、正式量房、AI 方案和团队跟进连接成同一条服务主线。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同一客户  ·  同一户型  ·  持续设计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老板销售版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老板为什么需要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真正拖慢签单的，不是设计能力，而是交接断点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客户资料、现场尺寸、设计依据和跟进责任分散后，团队会重复劳动，客户也要重复等待。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微信、纸张、表格分开保存，接手的人看不到完整上下文。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现场手抄、拍照、转述后再录入，耗时且容易失真。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设计师重新确认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客户需求和户型没有连接，设计接手仍要从头问起。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老板看不见下一步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客户卡在哪一步、由谁负责、已经产出了什么都不够清楚。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家客来解决的不是“多一个工具”，而是让每一步成果继续被下一岗位使用。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一个客户走完整流程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张女士只建一次档案，沿一条服务主线持续推进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同一位客户、同一份正式户型、同一组设计成果，贯穿业务、量房、设计和管理。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 AI 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多方案结果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修改记录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一次建档  ·  一次量房  ·  多轮设计  ·  全程可追踪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一条客户线索，就是量房、设计和跟进的共同入口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张女士的称呼、电话、小区、面积和偏好只录入一次，后续成果继续关联在同一客户下。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e46bd11ca4e3b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5e5999f5644db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客户资料一次建全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称呼、电话、小区、面积、偏好与当前阶段集中保存。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量房和方案继续关联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正式户型、AI 方案和更新时间都回到同一客户档案。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下一步更清楚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按客户阶段筛选需要量房、设计、跟进或回访的人。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现场量房的成果，要能直接进入后续设计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手工录入或授权蓝牙都形成毫米制墙图；墙体、门窗和闭合空间保存到张女士的客户档案。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78d835c0c4f0e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042ae31a240e9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056d2e1274d95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可继续量房或设计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同一间客厅，保持结构不变，直接比较三种设计语言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以下为张女士客厅的 AI 演示效果：使用同一空房基准，仅改变硬装、材质、家具与灯光。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方案比较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温暖克制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现代中式 · 沉静留白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同一份空间依据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同一镜头、结构与开口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只比较风格表达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用途说明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用于概念方案比较与客户沟通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不是施工图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e9097472149a2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9e9b09e3447ea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df4340739498c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持续深化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从空房到方案，再到局部材质修改，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同一客户可以持续深化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张女士客厅的每次生成都保留在同一设计旅程中，设计师可以比较、选择和继续修改。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0c5d70df74957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空房 → 现代奶油：建立第一版沟通方案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86392c05644ca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d5458beff4b9b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第一版方案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同方案 · 局部材质替换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AI 演示效果；用于方案沟通与比较，不作为施工图。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实际任务链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真实任务链同时管理素材、进度、点数与异常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设计师提交前看清所需图片、目标风格和点数预估；生成中持续查看进度，失败释放点数并可重试。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任务管理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f73fbc51ea4399"/>
          <a:stretch xmlns:a="http://schemas.openxmlformats.org/drawingml/2006/main"/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提交前：素材与范围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5c6ad66f54be6"/>
          <a:stretch xmlns:a="http://schemas.openxmlformats.org/drawingml/2006/main"/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生成中：进度与异常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任务可控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所需素材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目标风格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设计范围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点数预估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成功扣点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失败释放 · 可重试</a:t>
            </a:r>
          </a:p>
        </p:txBody>
      </p:sp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量房师、设计师和管理者围绕同一客户接力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张女士不需要重复建档；上一岗位交付的成果，直接成为下一岗位的工作起点。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接收正式户型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承接：不重新录入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配置成员与权限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查看阶段与进展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保障：角色边界清晰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同一客户、同一空间依据、同一方案旅程。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两端分工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小程序服务现场高频动作，企业后台负责组织与全局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两端共享同一企业和客户上下文，但不把复杂管理工作塞进现场操作。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高频执行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67102a15b487e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录入客户、进入正式量房、查看本人待办。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查看正式户型、方案进度并继续当前任务。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集中管理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成员、岗位与访问范围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客户、正式户型、测量记录与阶段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创作与深化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方案版本、历史任务和后续深化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老板看全局，员工做当下；客户和空间资料不重复建立。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试点与采购构成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先用一个真实客户闭环验证，再决定扩大使用范围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建议以单门店、单小组为最小试点单元；正式报价按账号、AI 点数、可选设备和实施范围确认。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试点范围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选择一家门店和一组真实客户流程。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参与角色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业务、量房、设计和管理各明确一名负责人。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企业账号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开通组织、角色与客户数据访问范围。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确认可用点数、任务价格和失败释放规则。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可选设备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需要时配置兼容并授权的蓝牙测距设备。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实施支持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完成培训、现场演示与试点复盘。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试点方案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f8ac20fbf41fd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先走通张女士这一条真实客户流程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不先讨论所有功能，先验证客户资料、正式量房、AI 方案和团队接续能否在一家门店顺利运行。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确认试点团队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准备企业账号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选择真实客户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生成并沟通方案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复盘是否扩大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试点成功标准：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不重复建档 · 正式户型可被设计直接使用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结果留在同一客户下 · 管理者看得见阶段与责任人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老板销售版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A / 四类 AI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常用家装任务已经模板化，设计师不必每次从零写提示词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主销售过程只讲客户最容易理解的四类能力；完整模板库按企业需要筛选使用。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90af22b9f4981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毛坯变完整方案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bc00424084050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户型与空间诊断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从空房或毛坯底图生成完整硬装、家具与灯光表达。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沿用参考图的色彩、材质与家具语言，适配当前空间。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彩化户型、识别布局问题，辅助整屋方案沟通。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材质替换、软装搭配与局部修改，支持持续迭代。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B / 模板库证据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模板数量不是卖点，稳定覆盖真实任务才有价值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当前启用 960 个模板；以下仅展示现代奶油、法式毛坯装修和户型问题诊断三个数据库示例。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315e17950427d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41800266f4532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8e26ba9af40db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当前模板库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2026-08-01 发布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960 个启用模板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筛选原则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家装优先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可比较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客户易理解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附录 C / 使用条件与边界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账号、户型、权限与服务准备就绪后，才能顺利运行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这些是产品正常运行的前提，也是试点开始前需要共同确认的边界。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2026-08-12T17:42:11.7580000Z</dcterms:created>
  <dcterms:modified xsi:type="dcterms:W3CDTF">2026-08-12T17:42:11.7580000Z</dcterms:modified>
</coreProperties>
</file>